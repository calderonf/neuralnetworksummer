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3"/>
  </p:notesMasterIdLst>
  <p:sldIdLst>
    <p:sldId id="256" r:id="rId5"/>
    <p:sldId id="298" r:id="rId6"/>
    <p:sldId id="339" r:id="rId7"/>
    <p:sldId id="340" r:id="rId8"/>
    <p:sldId id="341" r:id="rId9"/>
    <p:sldId id="342" r:id="rId10"/>
    <p:sldId id="343" r:id="rId11"/>
    <p:sldId id="344" r:id="rId12"/>
    <p:sldId id="345" r:id="rId13"/>
    <p:sldId id="346" r:id="rId14"/>
    <p:sldId id="347" r:id="rId15"/>
    <p:sldId id="350" r:id="rId16"/>
    <p:sldId id="351" r:id="rId17"/>
    <p:sldId id="352" r:id="rId18"/>
    <p:sldId id="353" r:id="rId19"/>
    <p:sldId id="354" r:id="rId20"/>
    <p:sldId id="355" r:id="rId21"/>
    <p:sldId id="356" r:id="rId22"/>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1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6" autoAdjust="0"/>
    <p:restoredTop sz="91438"/>
  </p:normalViewPr>
  <p:slideViewPr>
    <p:cSldViewPr snapToGrid="0" snapToObjects="1">
      <p:cViewPr varScale="1">
        <p:scale>
          <a:sx n="116" d="100"/>
          <a:sy n="116" d="100"/>
        </p:scale>
        <p:origin x="936" y="176"/>
      </p:cViewPr>
      <p:guideLst/>
    </p:cSldViewPr>
  </p:slideViewPr>
  <p:notesTextViewPr>
    <p:cViewPr>
      <p:scale>
        <a:sx n="1" d="1"/>
        <a:sy n="1" d="1"/>
      </p:scale>
      <p:origin x="0" y="0"/>
    </p:cViewPr>
  </p:notesTextViewPr>
  <p:notesViewPr>
    <p:cSldViewPr snapToGrid="0" snapToObjects="1">
      <p:cViewPr varScale="1">
        <p:scale>
          <a:sx n="169" d="100"/>
          <a:sy n="169" d="100"/>
        </p:scale>
        <p:origin x="5648"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A36246-3723-CE45-B937-7CE56F51D934}" type="datetimeFigureOut">
              <a:rPr lang="es-ES_tradnl" smtClean="0"/>
              <a:t>1/7/26</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274C8A-461D-1947-A8AA-71DD33F51117}" type="slidenum">
              <a:rPr lang="es-ES_tradnl" smtClean="0"/>
              <a:t>‹Nº›</a:t>
            </a:fld>
            <a:endParaRPr lang="es-ES_tradnl"/>
          </a:p>
        </p:txBody>
      </p:sp>
    </p:spTree>
    <p:extLst>
      <p:ext uri="{BB962C8B-B14F-4D97-AF65-F5344CB8AC3E}">
        <p14:creationId xmlns:p14="http://schemas.microsoft.com/office/powerpoint/2010/main" val="4094150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a:p>
        </p:txBody>
      </p:sp>
      <p:sp>
        <p:nvSpPr>
          <p:cNvPr id="4" name="Marcador de número de diapositiva 3"/>
          <p:cNvSpPr>
            <a:spLocks noGrp="1"/>
          </p:cNvSpPr>
          <p:nvPr>
            <p:ph type="sldNum" sz="quarter" idx="5"/>
          </p:nvPr>
        </p:nvSpPr>
        <p:spPr/>
        <p:txBody>
          <a:bodyPr/>
          <a:lstStyle/>
          <a:p>
            <a:fld id="{56274C8A-461D-1947-A8AA-71DD33F51117}" type="slidenum">
              <a:rPr lang="es-ES_tradnl" smtClean="0"/>
              <a:t>1</a:t>
            </a:fld>
            <a:endParaRPr lang="es-ES_tradnl"/>
          </a:p>
        </p:txBody>
      </p:sp>
    </p:spTree>
    <p:extLst>
      <p:ext uri="{BB962C8B-B14F-4D97-AF65-F5344CB8AC3E}">
        <p14:creationId xmlns:p14="http://schemas.microsoft.com/office/powerpoint/2010/main" val="771158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945203" y="636590"/>
            <a:ext cx="6498904" cy="760412"/>
          </a:xfrm>
          <a:prstGeom prst="rect">
            <a:avLst/>
          </a:prstGeom>
        </p:spPr>
        <p:txBody>
          <a:bodyPr>
            <a:normAutofit/>
          </a:bodyPr>
          <a:lstStyle>
            <a:lvl1pPr>
              <a:defRPr sz="3200"/>
            </a:lvl1pPr>
          </a:lstStyle>
          <a:p>
            <a:r>
              <a:rPr lang="es-ES_tradnl" dirty="0"/>
              <a:t>Clic para editar título</a:t>
            </a:r>
            <a:endParaRPr lang="es-ES" dirty="0"/>
          </a:p>
        </p:txBody>
      </p:sp>
      <p:sp>
        <p:nvSpPr>
          <p:cNvPr id="4" name="Marcador de contenido 2"/>
          <p:cNvSpPr>
            <a:spLocks noGrp="1"/>
          </p:cNvSpPr>
          <p:nvPr>
            <p:ph idx="1"/>
          </p:nvPr>
        </p:nvSpPr>
        <p:spPr>
          <a:xfrm>
            <a:off x="945203" y="1506999"/>
            <a:ext cx="6498904" cy="3743175"/>
          </a:xfrm>
        </p:spPr>
        <p:txBody>
          <a:bodyPr>
            <a:normAutofit fontScale="92500" lnSpcReduction="10000"/>
          </a:bodyPr>
          <a:lstStyle>
            <a:lvl1pPr marL="0" indent="0">
              <a:buNone/>
              <a:defRPr/>
            </a:lvl1pPr>
          </a:lstStyle>
          <a:p>
            <a:pPr marL="0" indent="0">
              <a:buNone/>
            </a:pPr>
            <a:r>
              <a:rPr lang="pt-BR" sz="2400" dirty="0">
                <a:solidFill>
                  <a:schemeClr val="tx1">
                    <a:lumMod val="75000"/>
                    <a:lumOff val="25000"/>
                  </a:schemeClr>
                </a:solidFill>
                <a:latin typeface="Arial"/>
                <a:cs typeface="Arial"/>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a:t>
            </a:r>
          </a:p>
          <a:p>
            <a:pPr marL="0" indent="0">
              <a:buNone/>
            </a:pPr>
            <a:endParaRPr lang="pt-BR" sz="2400" dirty="0">
              <a:solidFill>
                <a:schemeClr val="tx1">
                  <a:lumMod val="75000"/>
                  <a:lumOff val="25000"/>
                </a:schemeClr>
              </a:solidFill>
              <a:latin typeface="Arial"/>
              <a:cs typeface="Arial"/>
            </a:endParaRPr>
          </a:p>
          <a:p>
            <a:pPr marL="0" indent="0">
              <a:buNone/>
            </a:pPr>
            <a:r>
              <a:rPr lang="pt-BR" sz="2400" dirty="0">
                <a:solidFill>
                  <a:schemeClr val="tx1">
                    <a:lumMod val="75000"/>
                    <a:lumOff val="25000"/>
                  </a:schemeClr>
                </a:solidFill>
                <a:latin typeface="Arial"/>
                <a:cs typeface="Arial"/>
              </a:rPr>
              <a:t>Donec pede justo, fringilla vel, aliquet nec, vulputate eget, arcu. In enim justo, rhoncus ut, imperdiet a, venenatis vitae, justo. Nullam dictum felis eu pede mollis pretium. Integer tincidunt. Cras dapibus. Vivamus elementum semper nisi. Aenean vulputate eleifend tellus.</a:t>
            </a:r>
            <a:endParaRPr lang="es-ES" sz="2400" dirty="0">
              <a:solidFill>
                <a:schemeClr val="tx1">
                  <a:lumMod val="75000"/>
                  <a:lumOff val="25000"/>
                </a:schemeClr>
              </a:solidFill>
            </a:endParaRPr>
          </a:p>
        </p:txBody>
      </p:sp>
    </p:spTree>
    <p:extLst>
      <p:ext uri="{BB962C8B-B14F-4D97-AF65-F5344CB8AC3E}">
        <p14:creationId xmlns:p14="http://schemas.microsoft.com/office/powerpoint/2010/main" val="1721894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914400" y="2130428"/>
            <a:ext cx="10363200" cy="1470025"/>
          </a:xfrm>
          <a:prstGeom prst="rect">
            <a:avLst/>
          </a:prstGeom>
        </p:spPr>
        <p:txBody>
          <a:bodyPr/>
          <a:lstStyle/>
          <a:p>
            <a:r>
              <a:rPr lang="es-ES_tradnl"/>
              <a:t>Clic para editar título</a:t>
            </a:r>
            <a:endParaRPr lang="es-ES"/>
          </a:p>
        </p:txBody>
      </p:sp>
      <p:sp>
        <p:nvSpPr>
          <p:cNvPr id="3" name="Subtítulo 2"/>
          <p:cNvSpPr>
            <a:spLocks noGrp="1"/>
          </p:cNvSpPr>
          <p:nvPr>
            <p:ph type="subTitle" idx="1"/>
          </p:nvPr>
        </p:nvSpPr>
        <p:spPr>
          <a:xfrm>
            <a:off x="914400" y="3886200"/>
            <a:ext cx="8534400" cy="1752600"/>
          </a:xfrm>
        </p:spPr>
        <p:txBody>
          <a:bodyPr/>
          <a:lstStyle>
            <a:lvl1pPr marL="0" indent="0" algn="l">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ES_tradnl" dirty="0"/>
              <a:t>Haga clic para modificar el estilo de subtítulo del patrón</a:t>
            </a:r>
            <a:endParaRPr lang="es-ES" dirty="0"/>
          </a:p>
        </p:txBody>
      </p:sp>
    </p:spTree>
    <p:extLst>
      <p:ext uri="{BB962C8B-B14F-4D97-AF65-F5344CB8AC3E}">
        <p14:creationId xmlns:p14="http://schemas.microsoft.com/office/powerpoint/2010/main" val="1201579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835371" y="636590"/>
            <a:ext cx="10128963" cy="760412"/>
          </a:xfrm>
          <a:prstGeom prst="rect">
            <a:avLst/>
          </a:prstGeom>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1298908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963084" y="4406901"/>
            <a:ext cx="10363200" cy="1362075"/>
          </a:xfrm>
          <a:prstGeom prst="rect">
            <a:avLst/>
          </a:prstGeom>
        </p:spPr>
        <p:txBody>
          <a:bodyPr anchor="t"/>
          <a:lstStyle>
            <a:lvl1pPr algn="l">
              <a:defRPr sz="5333" b="1" cap="all"/>
            </a:lvl1pPr>
          </a:lstStyle>
          <a:p>
            <a:r>
              <a:rPr lang="es-ES_tradnl"/>
              <a:t>Clic para editar título</a:t>
            </a:r>
            <a:endParaRPr lang="es-ES"/>
          </a:p>
        </p:txBody>
      </p:sp>
      <p:sp>
        <p:nvSpPr>
          <p:cNvPr id="3" name="Marcador de texto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s-ES_tradnl" dirty="0"/>
              <a:t>Haga clic para modificar el estilo de texto del patrón</a:t>
            </a:r>
          </a:p>
        </p:txBody>
      </p:sp>
    </p:spTree>
    <p:extLst>
      <p:ext uri="{BB962C8B-B14F-4D97-AF65-F5344CB8AC3E}">
        <p14:creationId xmlns:p14="http://schemas.microsoft.com/office/powerpoint/2010/main" val="748976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609600" y="636590"/>
            <a:ext cx="10128963" cy="760412"/>
          </a:xfrm>
          <a:prstGeom prst="rect">
            <a:avLst/>
          </a:prstGeom>
        </p:spPr>
        <p:txBody>
          <a:bodyPr/>
          <a:lstStyle/>
          <a:p>
            <a:r>
              <a:rPr lang="es-ES_tradnl" dirty="0"/>
              <a:t>Clic para editar título</a:t>
            </a:r>
            <a:endParaRPr lang="es-ES" dirty="0"/>
          </a:p>
        </p:txBody>
      </p:sp>
      <p:sp>
        <p:nvSpPr>
          <p:cNvPr id="3" name="Marcador de contenido 2"/>
          <p:cNvSpPr>
            <a:spLocks noGrp="1"/>
          </p:cNvSpPr>
          <p:nvPr>
            <p:ph sz="half" idx="1"/>
          </p:nvPr>
        </p:nvSpPr>
        <p:spPr>
          <a:xfrm>
            <a:off x="609600" y="1600202"/>
            <a:ext cx="5384800" cy="4051300"/>
          </a:xfrm>
        </p:spPr>
        <p:txBody>
          <a:bodyPr/>
          <a:lstStyle>
            <a:lvl1pPr>
              <a:defRPr sz="3200"/>
            </a:lvl1pPr>
            <a:lvl2pPr>
              <a:defRPr sz="2933"/>
            </a:lvl2pPr>
            <a:lvl3pPr>
              <a:defRPr sz="2667"/>
            </a:lvl3pPr>
            <a:lvl4pPr>
              <a:defRPr sz="2400"/>
            </a:lvl4pPr>
            <a:lvl5pPr>
              <a:defRPr sz="2400"/>
            </a:lvl5pPr>
            <a:lvl6pPr>
              <a:defRPr sz="2400"/>
            </a:lvl6pPr>
            <a:lvl7pPr>
              <a:defRPr sz="2400"/>
            </a:lvl7pPr>
            <a:lvl8pPr>
              <a:defRPr sz="2400"/>
            </a:lvl8pPr>
            <a:lvl9pPr>
              <a:defRPr sz="24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contenido 3"/>
          <p:cNvSpPr>
            <a:spLocks noGrp="1"/>
          </p:cNvSpPr>
          <p:nvPr>
            <p:ph sz="half" idx="2"/>
          </p:nvPr>
        </p:nvSpPr>
        <p:spPr>
          <a:xfrm>
            <a:off x="6197600" y="1600200"/>
            <a:ext cx="5384800" cy="4051301"/>
          </a:xfrm>
        </p:spPr>
        <p:txBody>
          <a:bodyPr/>
          <a:lstStyle>
            <a:lvl1pPr>
              <a:defRPr sz="3200"/>
            </a:lvl1pPr>
            <a:lvl2pPr>
              <a:defRPr sz="2933"/>
            </a:lvl2pPr>
            <a:lvl3pPr>
              <a:defRPr sz="2667"/>
            </a:lvl3pPr>
            <a:lvl4pPr>
              <a:defRPr sz="2400"/>
            </a:lvl4pPr>
            <a:lvl5pPr>
              <a:defRPr sz="2400"/>
            </a:lvl5pPr>
            <a:lvl6pPr>
              <a:defRPr sz="2400"/>
            </a:lvl6pPr>
            <a:lvl7pPr>
              <a:defRPr sz="2400"/>
            </a:lvl7pPr>
            <a:lvl8pPr>
              <a:defRPr sz="2400"/>
            </a:lvl8pPr>
            <a:lvl9pPr>
              <a:defRPr sz="24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436308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609600" y="648759"/>
            <a:ext cx="10128963" cy="760412"/>
          </a:xfrm>
          <a:prstGeom prst="rect">
            <a:avLst/>
          </a:prstGeom>
        </p:spPr>
        <p:txBody>
          <a:bodyPr/>
          <a:lstStyle>
            <a:lvl1pPr>
              <a:defRPr/>
            </a:lvl1pPr>
          </a:lstStyle>
          <a:p>
            <a:r>
              <a:rPr lang="es-ES_tradnl" dirty="0"/>
              <a:t>Clic para editar título</a:t>
            </a:r>
            <a:endParaRPr lang="es-ES" dirty="0"/>
          </a:p>
        </p:txBody>
      </p:sp>
      <p:sp>
        <p:nvSpPr>
          <p:cNvPr id="3" name="Marcador de texto 2"/>
          <p:cNvSpPr>
            <a:spLocks noGrp="1"/>
          </p:cNvSpPr>
          <p:nvPr>
            <p:ph type="body" idx="1"/>
          </p:nvPr>
        </p:nvSpPr>
        <p:spPr>
          <a:xfrm>
            <a:off x="609600" y="1535113"/>
            <a:ext cx="5386917" cy="639763"/>
          </a:xfrm>
        </p:spPr>
        <p:txBody>
          <a:bodyPr anchor="b">
            <a:noAutofit/>
          </a:bodyPr>
          <a:lstStyle>
            <a:lvl1pPr marL="0" indent="0">
              <a:buNone/>
              <a:defRPr sz="2667"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s-ES_tradnl" dirty="0"/>
              <a:t>Haga clic para modificar el estilo de texto del patrón</a:t>
            </a:r>
          </a:p>
        </p:txBody>
      </p:sp>
      <p:sp>
        <p:nvSpPr>
          <p:cNvPr id="4" name="Marcador de contenido 3"/>
          <p:cNvSpPr>
            <a:spLocks noGrp="1"/>
          </p:cNvSpPr>
          <p:nvPr>
            <p:ph sz="half" idx="2"/>
          </p:nvPr>
        </p:nvSpPr>
        <p:spPr>
          <a:xfrm>
            <a:off x="609600" y="2174877"/>
            <a:ext cx="5386917" cy="3444875"/>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5" name="Marcador de texto 4"/>
          <p:cNvSpPr>
            <a:spLocks noGrp="1"/>
          </p:cNvSpPr>
          <p:nvPr>
            <p:ph type="body" sz="quarter" idx="3"/>
          </p:nvPr>
        </p:nvSpPr>
        <p:spPr>
          <a:xfrm>
            <a:off x="6193372" y="1535113"/>
            <a:ext cx="5389033" cy="639763"/>
          </a:xfrm>
        </p:spPr>
        <p:txBody>
          <a:bodyPr anchor="b">
            <a:noAutofit/>
          </a:bodyPr>
          <a:lstStyle>
            <a:lvl1pPr marL="0" indent="0">
              <a:buNone/>
              <a:defRPr sz="2667"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s-ES_tradnl" dirty="0"/>
              <a:t>Haga clic para modificar el estilo de texto del patrón</a:t>
            </a:r>
          </a:p>
        </p:txBody>
      </p:sp>
      <p:sp>
        <p:nvSpPr>
          <p:cNvPr id="6" name="Marcador de contenido 5"/>
          <p:cNvSpPr>
            <a:spLocks noGrp="1"/>
          </p:cNvSpPr>
          <p:nvPr>
            <p:ph sz="quarter" idx="4"/>
          </p:nvPr>
        </p:nvSpPr>
        <p:spPr>
          <a:xfrm>
            <a:off x="6193372" y="2174877"/>
            <a:ext cx="5389033" cy="3444875"/>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1930718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5371" y="636590"/>
            <a:ext cx="10128963" cy="760412"/>
          </a:xfrm>
          <a:prstGeom prst="rect">
            <a:avLst/>
          </a:prstGeom>
        </p:spPr>
        <p:txBody>
          <a:bodyPr/>
          <a:lstStyle/>
          <a:p>
            <a:r>
              <a:rPr lang="es-ES_tradnl"/>
              <a:t>Clic para editar título</a:t>
            </a:r>
            <a:endParaRPr lang="es-ES"/>
          </a:p>
        </p:txBody>
      </p:sp>
    </p:spTree>
    <p:extLst>
      <p:ext uri="{BB962C8B-B14F-4D97-AF65-F5344CB8AC3E}">
        <p14:creationId xmlns:p14="http://schemas.microsoft.com/office/powerpoint/2010/main" val="956629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8072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09605" y="273049"/>
            <a:ext cx="4011084" cy="1162051"/>
          </a:xfrm>
          <a:prstGeom prst="rect">
            <a:avLst/>
          </a:prstGeom>
        </p:spPr>
        <p:txBody>
          <a:bodyPr anchor="b"/>
          <a:lstStyle>
            <a:lvl1pPr algn="l">
              <a:defRPr sz="2667" b="1"/>
            </a:lvl1pPr>
          </a:lstStyle>
          <a:p>
            <a:r>
              <a:rPr lang="es-ES_tradnl"/>
              <a:t>Clic para editar título</a:t>
            </a:r>
            <a:endParaRPr lang="es-ES"/>
          </a:p>
        </p:txBody>
      </p:sp>
      <p:sp>
        <p:nvSpPr>
          <p:cNvPr id="3" name="Marcador de contenido 2"/>
          <p:cNvSpPr>
            <a:spLocks noGrp="1"/>
          </p:cNvSpPr>
          <p:nvPr>
            <p:ph idx="1"/>
          </p:nvPr>
        </p:nvSpPr>
        <p:spPr>
          <a:xfrm>
            <a:off x="4766733" y="1435100"/>
            <a:ext cx="6815667" cy="4121151"/>
          </a:xfrm>
        </p:spPr>
        <p:txBody>
          <a:bodyPr/>
          <a:lstStyle>
            <a:lvl1pPr>
              <a:defRPr sz="3733"/>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texto 3"/>
          <p:cNvSpPr>
            <a:spLocks noGrp="1"/>
          </p:cNvSpPr>
          <p:nvPr>
            <p:ph type="body" sz="half" idx="2"/>
          </p:nvPr>
        </p:nvSpPr>
        <p:spPr>
          <a:xfrm>
            <a:off x="609605" y="1435100"/>
            <a:ext cx="4011084" cy="4121151"/>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s-ES_tradnl"/>
              <a:t>Haga clic para modificar el estilo de texto del patrón</a:t>
            </a:r>
          </a:p>
        </p:txBody>
      </p:sp>
    </p:spTree>
    <p:extLst>
      <p:ext uri="{BB962C8B-B14F-4D97-AF65-F5344CB8AC3E}">
        <p14:creationId xmlns:p14="http://schemas.microsoft.com/office/powerpoint/2010/main" val="669010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2389717" y="4800601"/>
            <a:ext cx="7315200" cy="353483"/>
          </a:xfrm>
          <a:prstGeom prst="rect">
            <a:avLst/>
          </a:prstGeom>
        </p:spPr>
        <p:txBody>
          <a:bodyPr anchor="t">
            <a:normAutofit/>
          </a:bodyPr>
          <a:lstStyle>
            <a:lvl1pPr algn="r">
              <a:defRPr sz="2133" b="1"/>
            </a:lvl1pPr>
          </a:lstStyle>
          <a:p>
            <a:r>
              <a:rPr lang="es-ES_tradnl" dirty="0"/>
              <a:t>Clic para editar título</a:t>
            </a:r>
            <a:endParaRPr lang="es-ES" dirty="0"/>
          </a:p>
        </p:txBody>
      </p:sp>
      <p:sp>
        <p:nvSpPr>
          <p:cNvPr id="3" name="Marcador de posición de imagen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s-ES" dirty="0"/>
          </a:p>
        </p:txBody>
      </p:sp>
      <p:sp>
        <p:nvSpPr>
          <p:cNvPr id="4" name="Marcador de texto 3"/>
          <p:cNvSpPr>
            <a:spLocks noGrp="1"/>
          </p:cNvSpPr>
          <p:nvPr>
            <p:ph type="body" sz="half" idx="2"/>
          </p:nvPr>
        </p:nvSpPr>
        <p:spPr>
          <a:xfrm>
            <a:off x="2389717" y="5167049"/>
            <a:ext cx="7315200" cy="400579"/>
          </a:xfrm>
        </p:spPr>
        <p:txBody>
          <a:bodyPr anchor="t">
            <a:normAutofit/>
          </a:bodyPr>
          <a:lstStyle>
            <a:lvl1pPr marL="0" indent="0" algn="r">
              <a:buNone/>
              <a:defRPr sz="1733">
                <a:solidFill>
                  <a:srgbClr val="404040"/>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s-ES_tradnl" dirty="0"/>
              <a:t>Haga clic para modificar el estilo de texto del patrón</a:t>
            </a:r>
          </a:p>
        </p:txBody>
      </p:sp>
    </p:spTree>
    <p:extLst>
      <p:ext uri="{BB962C8B-B14F-4D97-AF65-F5344CB8AC3E}">
        <p14:creationId xmlns:p14="http://schemas.microsoft.com/office/powerpoint/2010/main" val="1563034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a:xfrm>
            <a:off x="835371" y="636590"/>
            <a:ext cx="10128963" cy="760412"/>
          </a:xfrm>
          <a:prstGeom prst="rect">
            <a:avLst/>
          </a:prstGeom>
        </p:spPr>
        <p:txBody>
          <a:bodyPr/>
          <a:lstStyle/>
          <a:p>
            <a:r>
              <a:rPr lang="es-ES_tradnl"/>
              <a:t>Clic para editar título</a:t>
            </a:r>
            <a:endParaRPr lang="es-ES"/>
          </a:p>
        </p:txBody>
      </p:sp>
      <p:sp>
        <p:nvSpPr>
          <p:cNvPr id="3" name="Marcador de texto vertical 2"/>
          <p:cNvSpPr>
            <a:spLocks noGrp="1"/>
          </p:cNvSpPr>
          <p:nvPr>
            <p:ph type="body" orient="vert" idx="1"/>
          </p:nvPr>
        </p:nvSpPr>
        <p:spPr>
          <a:xfrm rot="10800000">
            <a:off x="835371" y="1600202"/>
            <a:ext cx="10128963" cy="3966633"/>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2132578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rot="10800000">
            <a:off x="609600" y="274641"/>
            <a:ext cx="2743200" cy="5186363"/>
          </a:xfrm>
          <a:prstGeom prst="rect">
            <a:avLst/>
          </a:prstGeom>
        </p:spPr>
        <p:txBody>
          <a:bodyPr vert="eaVert"/>
          <a:lstStyle/>
          <a:p>
            <a:r>
              <a:rPr lang="es-ES_tradnl" dirty="0"/>
              <a:t>Clic para editar título</a:t>
            </a:r>
            <a:endParaRPr lang="es-ES" dirty="0"/>
          </a:p>
        </p:txBody>
      </p:sp>
      <p:sp>
        <p:nvSpPr>
          <p:cNvPr id="3" name="Marcador de texto vertical 2"/>
          <p:cNvSpPr>
            <a:spLocks noGrp="1"/>
          </p:cNvSpPr>
          <p:nvPr>
            <p:ph type="body" orient="vert" idx="1"/>
          </p:nvPr>
        </p:nvSpPr>
        <p:spPr>
          <a:xfrm rot="10800000">
            <a:off x="3587044" y="274641"/>
            <a:ext cx="8026400" cy="5186363"/>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1054660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835371" y="1600202"/>
            <a:ext cx="10128963" cy="3966633"/>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pic>
        <p:nvPicPr>
          <p:cNvPr id="12" name="Imagen 11" descr="cuadrado_azul.png"/>
          <p:cNvPicPr>
            <a:picLocks/>
          </p:cNvPicPr>
          <p:nvPr/>
        </p:nvPicPr>
        <p:blipFill>
          <a:blip r:embed="rId14">
            <a:extLst>
              <a:ext uri="{28A0092B-C50C-407E-A947-70E740481C1C}">
                <a14:useLocalDpi xmlns:a14="http://schemas.microsoft.com/office/drawing/2010/main" val="0"/>
              </a:ext>
            </a:extLst>
          </a:blip>
          <a:stretch>
            <a:fillRect/>
          </a:stretch>
        </p:blipFill>
        <p:spPr>
          <a:xfrm>
            <a:off x="-23999" y="5860583"/>
            <a:ext cx="12240001" cy="1008000"/>
          </a:xfrm>
          <a:prstGeom prst="rect">
            <a:avLst/>
          </a:prstGeom>
          <a:ln>
            <a:noFill/>
          </a:ln>
        </p:spPr>
      </p:pic>
      <p:sp>
        <p:nvSpPr>
          <p:cNvPr id="14" name="Subtítulo 2"/>
          <p:cNvSpPr txBox="1">
            <a:spLocks/>
          </p:cNvSpPr>
          <p:nvPr userDrawn="1"/>
        </p:nvSpPr>
        <p:spPr>
          <a:xfrm>
            <a:off x="7419580" y="6126165"/>
            <a:ext cx="2140373" cy="523771"/>
          </a:xfrm>
          <a:prstGeom prst="rect">
            <a:avLst/>
          </a:prstGeom>
        </p:spPr>
        <p:txBody>
          <a:bodyPr vert="horz" lIns="121920" tIns="60960" rIns="121920" bIns="6096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s-ES_tradnl" sz="1200" noProof="0" dirty="0">
                <a:solidFill>
                  <a:schemeClr val="bg1"/>
                </a:solidFill>
                <a:latin typeface="Arial"/>
                <a:cs typeface="Arial"/>
              </a:rPr>
              <a:t>Facultad de ingeniería </a:t>
            </a:r>
          </a:p>
          <a:p>
            <a:r>
              <a:rPr lang="es-ES_tradnl" sz="1200" noProof="0" dirty="0" err="1">
                <a:solidFill>
                  <a:schemeClr val="bg1"/>
                </a:solidFill>
                <a:latin typeface="Arial"/>
                <a:cs typeface="Arial"/>
              </a:rPr>
              <a:t>Depto</a:t>
            </a:r>
            <a:r>
              <a:rPr lang="es-ES_tradnl" sz="1200" noProof="0" dirty="0">
                <a:solidFill>
                  <a:schemeClr val="bg1"/>
                </a:solidFill>
                <a:latin typeface="Arial"/>
                <a:cs typeface="Arial"/>
              </a:rPr>
              <a:t> de electrónica</a:t>
            </a:r>
          </a:p>
        </p:txBody>
      </p:sp>
      <p:sp>
        <p:nvSpPr>
          <p:cNvPr id="15" name="Título 1"/>
          <p:cNvSpPr txBox="1">
            <a:spLocks/>
          </p:cNvSpPr>
          <p:nvPr userDrawn="1"/>
        </p:nvSpPr>
        <p:spPr>
          <a:xfrm>
            <a:off x="401238" y="6178264"/>
            <a:ext cx="5775397" cy="368789"/>
          </a:xfrm>
          <a:prstGeom prst="rect">
            <a:avLst/>
          </a:prstGeom>
        </p:spPr>
        <p:txBody>
          <a:bodyPr vert="horz" lIns="121920" tIns="60960" rIns="121920" bIns="6096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indent="0" algn="l" defTabSz="457200" rtl="0" eaLnBrk="1" fontAlgn="auto" latinLnBrk="0" hangingPunct="1">
              <a:lnSpc>
                <a:spcPct val="100000"/>
              </a:lnSpc>
              <a:spcBef>
                <a:spcPct val="0"/>
              </a:spcBef>
              <a:spcAft>
                <a:spcPts val="0"/>
              </a:spcAft>
              <a:buClrTx/>
              <a:buSzTx/>
              <a:buFontTx/>
              <a:buNone/>
              <a:tabLst/>
              <a:defRPr/>
            </a:pPr>
            <a:r>
              <a:rPr lang="es-ES_tradnl" sz="1600" b="1" kern="1200" dirty="0">
                <a:solidFill>
                  <a:srgbClr val="FFFFFF"/>
                </a:solidFill>
                <a:latin typeface="Arial"/>
                <a:ea typeface="+mj-ea"/>
                <a:cs typeface="Arial"/>
                <a:sym typeface="Wingdings" pitchFamily="2" charset="2"/>
              </a:rPr>
              <a:t>Redes neuronales Artificiales (ANN )</a:t>
            </a:r>
            <a:endParaRPr lang="es-ES_tradnl" sz="1600" b="1" noProof="0" dirty="0">
              <a:solidFill>
                <a:srgbClr val="FFFFFF"/>
              </a:solidFill>
              <a:latin typeface="Arial"/>
              <a:cs typeface="Arial"/>
            </a:endParaRPr>
          </a:p>
        </p:txBody>
      </p:sp>
      <p:pic>
        <p:nvPicPr>
          <p:cNvPr id="9" name="Imagen 8" descr="escudoPUJ_lateral.eps"/>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938634" y="5914587"/>
            <a:ext cx="1944081" cy="912000"/>
          </a:xfrm>
          <a:prstGeom prst="rect">
            <a:avLst/>
          </a:prstGeom>
        </p:spPr>
      </p:pic>
      <p:sp>
        <p:nvSpPr>
          <p:cNvPr id="5" name="Marcador de título 4">
            <a:extLst>
              <a:ext uri="{FF2B5EF4-FFF2-40B4-BE49-F238E27FC236}">
                <a16:creationId xmlns:a16="http://schemas.microsoft.com/office/drawing/2014/main" id="{4E3A5C16-9D99-AC4C-8EE4-4822776977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S_tradnl"/>
          </a:p>
        </p:txBody>
      </p:sp>
    </p:spTree>
    <p:extLst>
      <p:ext uri="{BB962C8B-B14F-4D97-AF65-F5344CB8AC3E}">
        <p14:creationId xmlns:p14="http://schemas.microsoft.com/office/powerpoint/2010/main" val="196045600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609585" rtl="0" eaLnBrk="1" latinLnBrk="0" hangingPunct="1">
        <a:spcBef>
          <a:spcPct val="0"/>
        </a:spcBef>
        <a:buNone/>
        <a:defRPr sz="4000" b="1" kern="1200">
          <a:solidFill>
            <a:srgbClr val="2C5697"/>
          </a:solidFill>
          <a:latin typeface="Arial"/>
          <a:ea typeface="+mj-ea"/>
          <a:cs typeface="Arial"/>
        </a:defRPr>
      </a:lvl1pPr>
    </p:titleStyle>
    <p:bodyStyle>
      <a:lvl1pPr marL="0" indent="0" algn="l" defTabSz="609585" rtl="0" eaLnBrk="1" latinLnBrk="0" hangingPunct="1">
        <a:spcBef>
          <a:spcPct val="20000"/>
        </a:spcBef>
        <a:buFont typeface="Arial"/>
        <a:buNone/>
        <a:defRPr sz="3200" kern="1200">
          <a:solidFill>
            <a:srgbClr val="404040"/>
          </a:solidFill>
          <a:latin typeface="Arial"/>
          <a:ea typeface="+mn-ea"/>
          <a:cs typeface="Arial"/>
        </a:defRPr>
      </a:lvl1pPr>
      <a:lvl2pPr marL="990575" indent="-380990" algn="l" defTabSz="609585" rtl="0" eaLnBrk="1" latinLnBrk="0" hangingPunct="1">
        <a:spcBef>
          <a:spcPct val="20000"/>
        </a:spcBef>
        <a:buClr>
          <a:srgbClr val="2C5697"/>
        </a:buClr>
        <a:buSzPct val="90000"/>
        <a:buFont typeface="Arial"/>
        <a:buChar char="•"/>
        <a:defRPr sz="3200" kern="1200">
          <a:solidFill>
            <a:srgbClr val="404040"/>
          </a:solidFill>
          <a:latin typeface="Arial"/>
          <a:ea typeface="+mn-ea"/>
          <a:cs typeface="Arial"/>
        </a:defRPr>
      </a:lvl2pPr>
      <a:lvl3pPr marL="1523962" indent="-304792" algn="l" defTabSz="609585" rtl="0" eaLnBrk="1" latinLnBrk="0" hangingPunct="1">
        <a:spcBef>
          <a:spcPct val="20000"/>
        </a:spcBef>
        <a:buClr>
          <a:srgbClr val="2C5697"/>
        </a:buClr>
        <a:buSzPct val="80000"/>
        <a:buFont typeface="Wingdings" charset="2"/>
        <a:buChar char="§"/>
        <a:defRPr sz="2933" kern="1200">
          <a:solidFill>
            <a:schemeClr val="tx1">
              <a:lumMod val="75000"/>
              <a:lumOff val="25000"/>
            </a:schemeClr>
          </a:solidFill>
          <a:latin typeface="Arial"/>
          <a:ea typeface="+mn-ea"/>
          <a:cs typeface="Arial"/>
        </a:defRPr>
      </a:lvl3pPr>
      <a:lvl4pPr marL="2133547" indent="-304792" algn="l" defTabSz="609585" rtl="0" eaLnBrk="1" latinLnBrk="0" hangingPunct="1">
        <a:spcBef>
          <a:spcPct val="20000"/>
        </a:spcBef>
        <a:buClr>
          <a:srgbClr val="2C5697"/>
        </a:buClr>
        <a:buSzPct val="80000"/>
        <a:buFont typeface="Arial"/>
        <a:buChar char="–"/>
        <a:defRPr sz="2667" kern="1200">
          <a:solidFill>
            <a:srgbClr val="404040"/>
          </a:solidFill>
          <a:latin typeface="Arial"/>
          <a:ea typeface="+mn-ea"/>
          <a:cs typeface="Arial"/>
        </a:defRPr>
      </a:lvl4pPr>
      <a:lvl5pPr marL="2743131" indent="-304792" algn="l" defTabSz="609585" rtl="0" eaLnBrk="1" latinLnBrk="0" hangingPunct="1">
        <a:spcBef>
          <a:spcPct val="20000"/>
        </a:spcBef>
        <a:buClr>
          <a:srgbClr val="2C5697"/>
        </a:buClr>
        <a:buFont typeface="Arial"/>
        <a:buChar char="»"/>
        <a:defRPr sz="2400" kern="1200">
          <a:solidFill>
            <a:srgbClr val="404040"/>
          </a:solidFill>
          <a:latin typeface="Arial"/>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s-E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0.tiff"/><Relationship Id="rId3" Type="http://schemas.openxmlformats.org/officeDocument/2006/relationships/image" Target="../media/image5.tiff"/><Relationship Id="rId7" Type="http://schemas.openxmlformats.org/officeDocument/2006/relationships/image" Target="../media/image9.tiff"/><Relationship Id="rId2" Type="http://schemas.openxmlformats.org/officeDocument/2006/relationships/image" Target="../media/image4.tiff"/><Relationship Id="rId1" Type="http://schemas.openxmlformats.org/officeDocument/2006/relationships/slideLayout" Target="../slideLayouts/slideLayout3.xml"/><Relationship Id="rId6" Type="http://schemas.openxmlformats.org/officeDocument/2006/relationships/image" Target="../media/image8.tiff"/><Relationship Id="rId5" Type="http://schemas.openxmlformats.org/officeDocument/2006/relationships/image" Target="../media/image7.tiff"/><Relationship Id="rId4" Type="http://schemas.openxmlformats.org/officeDocument/2006/relationships/image" Target="../media/image6.tiff"/></Relationships>
</file>

<file path=ppt/slides/_rels/slide4.xml.rels><?xml version="1.0" encoding="UTF-8" standalone="yes"?>
<Relationships xmlns="http://schemas.openxmlformats.org/package/2006/relationships"><Relationship Id="rId3" Type="http://schemas.openxmlformats.org/officeDocument/2006/relationships/image" Target="../media/image5.tiff"/><Relationship Id="rId7" Type="http://schemas.openxmlformats.org/officeDocument/2006/relationships/image" Target="../media/image9.tiff"/><Relationship Id="rId2" Type="http://schemas.openxmlformats.org/officeDocument/2006/relationships/image" Target="../media/image4.tiff"/><Relationship Id="rId1" Type="http://schemas.openxmlformats.org/officeDocument/2006/relationships/slideLayout" Target="../slideLayouts/slideLayout3.xml"/><Relationship Id="rId6" Type="http://schemas.openxmlformats.org/officeDocument/2006/relationships/image" Target="../media/image8.tiff"/><Relationship Id="rId5" Type="http://schemas.openxmlformats.org/officeDocument/2006/relationships/image" Target="../media/image7.tiff"/><Relationship Id="rId4" Type="http://schemas.openxmlformats.org/officeDocument/2006/relationships/image" Target="../media/image6.tif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time_continue=18&amp;v=IOHayh06LJ4" TargetMode="External"/><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120.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11.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50.png"/><Relationship Id="rId3" Type="http://schemas.openxmlformats.org/officeDocument/2006/relationships/image" Target="../media/image46.png"/><Relationship Id="rId7" Type="http://schemas.openxmlformats.org/officeDocument/2006/relationships/image" Target="../media/image37.pn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image" Target="../media/image45.png"/><Relationship Id="rId16" Type="http://schemas.openxmlformats.org/officeDocument/2006/relationships/image" Target="../media/image130.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8.png"/><Relationship Id="rId5" Type="http://schemas.openxmlformats.org/officeDocument/2006/relationships/image" Target="../media/image35.png"/><Relationship Id="rId15" Type="http://schemas.openxmlformats.org/officeDocument/2006/relationships/image" Target="../media/image52.png"/><Relationship Id="rId10" Type="http://schemas.openxmlformats.org/officeDocument/2006/relationships/image" Target="../media/image47.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51.png"/></Relationships>
</file>

<file path=ppt/slides/_rels/slide12.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3.png"/><Relationship Id="rId7" Type="http://schemas.openxmlformats.org/officeDocument/2006/relationships/image" Target="../media/image58.png"/><Relationship Id="rId2" Type="http://schemas.openxmlformats.org/officeDocument/2006/relationships/image" Target="../media/image42.png"/><Relationship Id="rId1" Type="http://schemas.openxmlformats.org/officeDocument/2006/relationships/slideLayout" Target="../slideLayouts/slideLayout3.xml"/><Relationship Id="rId6" Type="http://schemas.openxmlformats.org/officeDocument/2006/relationships/image" Target="../media/image57.png"/><Relationship Id="rId5" Type="http://schemas.openxmlformats.org/officeDocument/2006/relationships/image" Target="../media/image56.png"/><Relationship Id="rId10" Type="http://schemas.openxmlformats.org/officeDocument/2006/relationships/image" Target="../media/image18.png"/><Relationship Id="rId4" Type="http://schemas.openxmlformats.org/officeDocument/2006/relationships/image" Target="../media/image55.png"/><Relationship Id="rId9" Type="http://schemas.openxmlformats.org/officeDocument/2006/relationships/image" Target="../media/image60.png"/></Relationships>
</file>

<file path=ppt/slides/_rels/slide13.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3.png"/><Relationship Id="rId7"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64.png"/></Relationships>
</file>

<file path=ppt/slides/_rels/slide14.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63.png"/><Relationship Id="rId2" Type="http://schemas.openxmlformats.org/officeDocument/2006/relationships/image" Target="../media/image65.png"/><Relationship Id="rId1" Type="http://schemas.openxmlformats.org/officeDocument/2006/relationships/slideLayout" Target="../slideLayouts/slideLayout3.xml"/><Relationship Id="rId6" Type="http://schemas.openxmlformats.org/officeDocument/2006/relationships/image" Target="../media/image62.png"/><Relationship Id="rId5" Type="http://schemas.openxmlformats.org/officeDocument/2006/relationships/image" Target="../media/image67.png"/><Relationship Id="rId4" Type="http://schemas.openxmlformats.org/officeDocument/2006/relationships/image" Target="../media/image56.png"/></Relationships>
</file>

<file path=ppt/slides/_rels/slide1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hyperlink" Target="https://playground.tensorflow.org/"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hyperlink" Target="https://colab.research.google.com/drive/1ITw4WCpyIoP55ezwPfxNbS6dXulyzCo1?usp=sharing"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559D30-5891-E146-B732-E4C3FFD60AED}"/>
              </a:ext>
            </a:extLst>
          </p:cNvPr>
          <p:cNvSpPr>
            <a:spLocks noGrp="1"/>
          </p:cNvSpPr>
          <p:nvPr>
            <p:ph type="ctrTitle"/>
          </p:nvPr>
        </p:nvSpPr>
        <p:spPr/>
        <p:txBody>
          <a:bodyPr>
            <a:normAutofit/>
          </a:bodyPr>
          <a:lstStyle/>
          <a:p>
            <a:r>
              <a:rPr lang="es-CO" b="0" dirty="0"/>
              <a:t>Taller introductorio a las redes neuronales artificiales</a:t>
            </a:r>
            <a:endParaRPr lang="es-ES_tradnl" dirty="0"/>
          </a:p>
        </p:txBody>
      </p:sp>
      <p:sp>
        <p:nvSpPr>
          <p:cNvPr id="3" name="Subtítulo 2">
            <a:extLst>
              <a:ext uri="{FF2B5EF4-FFF2-40B4-BE49-F238E27FC236}">
                <a16:creationId xmlns:a16="http://schemas.microsoft.com/office/drawing/2014/main" id="{1BCDBBB3-D465-4942-8505-20A2D181B0C7}"/>
              </a:ext>
            </a:extLst>
          </p:cNvPr>
          <p:cNvSpPr>
            <a:spLocks noGrp="1"/>
          </p:cNvSpPr>
          <p:nvPr>
            <p:ph type="subTitle" idx="1"/>
          </p:nvPr>
        </p:nvSpPr>
        <p:spPr/>
        <p:txBody>
          <a:bodyPr/>
          <a:lstStyle/>
          <a:p>
            <a:r>
              <a:rPr lang="es-CO" dirty="0"/>
              <a:t>Pontificia Universidad Javeriana</a:t>
            </a:r>
          </a:p>
          <a:p>
            <a:r>
              <a:rPr lang="es-CO" dirty="0"/>
              <a:t>Francisco Carlos </a:t>
            </a:r>
            <a:r>
              <a:rPr lang="es-CO" dirty="0" err="1"/>
              <a:t>Calderon</a:t>
            </a:r>
            <a:r>
              <a:rPr lang="es-CO" dirty="0"/>
              <a:t> </a:t>
            </a:r>
            <a:r>
              <a:rPr lang="es-CO" dirty="0" err="1"/>
              <a:t>Ph.D</a:t>
            </a:r>
            <a:endParaRPr lang="es-CO" dirty="0"/>
          </a:p>
          <a:p>
            <a:r>
              <a:rPr lang="es-CO" dirty="0"/>
              <a:t>2024</a:t>
            </a:r>
          </a:p>
        </p:txBody>
      </p:sp>
    </p:spTree>
    <p:extLst>
      <p:ext uri="{BB962C8B-B14F-4D97-AF65-F5344CB8AC3E}">
        <p14:creationId xmlns:p14="http://schemas.microsoft.com/office/powerpoint/2010/main" val="2510374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F0C1A5-AD0F-394E-8396-B0060EE8258D}"/>
              </a:ext>
            </a:extLst>
          </p:cNvPr>
          <p:cNvSpPr>
            <a:spLocks noGrp="1"/>
          </p:cNvSpPr>
          <p:nvPr>
            <p:ph type="title"/>
          </p:nvPr>
        </p:nvSpPr>
        <p:spPr/>
        <p:txBody>
          <a:bodyPr/>
          <a:lstStyle/>
          <a:p>
            <a:r>
              <a:rPr lang="es-ES_tradnl" dirty="0"/>
              <a:t>Objetivos</a:t>
            </a:r>
          </a:p>
        </p:txBody>
      </p:sp>
      <p:sp>
        <p:nvSpPr>
          <p:cNvPr id="3" name="Marcador de contenido 2">
            <a:extLst>
              <a:ext uri="{FF2B5EF4-FFF2-40B4-BE49-F238E27FC236}">
                <a16:creationId xmlns:a16="http://schemas.microsoft.com/office/drawing/2014/main" id="{56012BED-B4F0-F247-9B3D-D8EA0DD08085}"/>
              </a:ext>
            </a:extLst>
          </p:cNvPr>
          <p:cNvSpPr>
            <a:spLocks noGrp="1"/>
          </p:cNvSpPr>
          <p:nvPr>
            <p:ph idx="1"/>
          </p:nvPr>
        </p:nvSpPr>
        <p:spPr>
          <a:xfrm>
            <a:off x="544530" y="1813347"/>
            <a:ext cx="7367674" cy="2952104"/>
          </a:xfrm>
        </p:spPr>
        <p:txBody>
          <a:bodyPr>
            <a:normAutofit fontScale="92500" lnSpcReduction="10000"/>
          </a:bodyPr>
          <a:lstStyle/>
          <a:p>
            <a:r>
              <a:rPr lang="es-ES_tradnl" dirty="0"/>
              <a:t>Entender el concepto y la  representación de una red neuronal artificial.</a:t>
            </a:r>
          </a:p>
          <a:p>
            <a:endParaRPr lang="es-ES_tradnl" dirty="0"/>
          </a:p>
          <a:p>
            <a:r>
              <a:rPr lang="es-ES_tradnl" dirty="0"/>
              <a:t>Identificar la utilidad de la no linealidad del concepto de múltiples capas en una red neuronal.</a:t>
            </a:r>
          </a:p>
          <a:p>
            <a:endParaRPr lang="es-ES_tradnl" dirty="0"/>
          </a:p>
        </p:txBody>
      </p:sp>
      <p:pic>
        <p:nvPicPr>
          <p:cNvPr id="5" name="Imagen 4">
            <a:extLst>
              <a:ext uri="{FF2B5EF4-FFF2-40B4-BE49-F238E27FC236}">
                <a16:creationId xmlns:a16="http://schemas.microsoft.com/office/drawing/2014/main" id="{2044F4B7-D24E-5741-9CBE-5DD211E2B8C2}"/>
              </a:ext>
            </a:extLst>
          </p:cNvPr>
          <p:cNvPicPr>
            <a:picLocks noChangeAspect="1"/>
          </p:cNvPicPr>
          <p:nvPr/>
        </p:nvPicPr>
        <p:blipFill>
          <a:blip r:embed="rId2"/>
          <a:stretch>
            <a:fillRect/>
          </a:stretch>
        </p:blipFill>
        <p:spPr>
          <a:xfrm>
            <a:off x="8040674" y="1682395"/>
            <a:ext cx="3908871" cy="2723383"/>
          </a:xfrm>
          <a:prstGeom prst="rect">
            <a:avLst/>
          </a:prstGeom>
        </p:spPr>
      </p:pic>
    </p:spTree>
    <p:extLst>
      <p:ext uri="{BB962C8B-B14F-4D97-AF65-F5344CB8AC3E}">
        <p14:creationId xmlns:p14="http://schemas.microsoft.com/office/powerpoint/2010/main" val="4193019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ED4E2352-2BC8-354D-AFAA-B84026C983F3}"/>
              </a:ext>
            </a:extLst>
          </p:cNvPr>
          <p:cNvPicPr>
            <a:picLocks noChangeAspect="1"/>
          </p:cNvPicPr>
          <p:nvPr/>
        </p:nvPicPr>
        <p:blipFill>
          <a:blip r:embed="rId2"/>
          <a:stretch>
            <a:fillRect/>
          </a:stretch>
        </p:blipFill>
        <p:spPr>
          <a:xfrm>
            <a:off x="9915810" y="1721561"/>
            <a:ext cx="1739900" cy="1155700"/>
          </a:xfrm>
          <a:prstGeom prst="rect">
            <a:avLst/>
          </a:prstGeom>
        </p:spPr>
      </p:pic>
      <p:sp>
        <p:nvSpPr>
          <p:cNvPr id="2" name="Título 1">
            <a:extLst>
              <a:ext uri="{FF2B5EF4-FFF2-40B4-BE49-F238E27FC236}">
                <a16:creationId xmlns:a16="http://schemas.microsoft.com/office/drawing/2014/main" id="{BF7B3E49-E162-7745-A4E8-9E9FC55C08DE}"/>
              </a:ext>
            </a:extLst>
          </p:cNvPr>
          <p:cNvSpPr>
            <a:spLocks noGrp="1"/>
          </p:cNvSpPr>
          <p:nvPr>
            <p:ph type="title"/>
          </p:nvPr>
        </p:nvSpPr>
        <p:spPr/>
        <p:txBody>
          <a:bodyPr/>
          <a:lstStyle/>
          <a:p>
            <a:r>
              <a:rPr lang="es-ES_tradnl" dirty="0"/>
              <a:t>Ejemplo de problema</a:t>
            </a:r>
          </a:p>
        </p:txBody>
      </p:sp>
      <p:pic>
        <p:nvPicPr>
          <p:cNvPr id="4" name="Imagen 3">
            <a:extLst>
              <a:ext uri="{FF2B5EF4-FFF2-40B4-BE49-F238E27FC236}">
                <a16:creationId xmlns:a16="http://schemas.microsoft.com/office/drawing/2014/main" id="{9EC2A03A-1955-8B4D-95CD-9D4066BA8B71}"/>
              </a:ext>
            </a:extLst>
          </p:cNvPr>
          <p:cNvPicPr>
            <a:picLocks noChangeAspect="1"/>
          </p:cNvPicPr>
          <p:nvPr/>
        </p:nvPicPr>
        <p:blipFill>
          <a:blip r:embed="rId3"/>
          <a:stretch>
            <a:fillRect/>
          </a:stretch>
        </p:blipFill>
        <p:spPr>
          <a:xfrm>
            <a:off x="9008898" y="2881238"/>
            <a:ext cx="1435100" cy="1409700"/>
          </a:xfrm>
          <a:prstGeom prst="rect">
            <a:avLst/>
          </a:prstGeom>
        </p:spPr>
      </p:pic>
      <p:pic>
        <p:nvPicPr>
          <p:cNvPr id="5" name="Imagen 4">
            <a:extLst>
              <a:ext uri="{FF2B5EF4-FFF2-40B4-BE49-F238E27FC236}">
                <a16:creationId xmlns:a16="http://schemas.microsoft.com/office/drawing/2014/main" id="{D06D7434-F8B0-C64A-932D-1346E3D6535C}"/>
              </a:ext>
            </a:extLst>
          </p:cNvPr>
          <p:cNvPicPr>
            <a:picLocks noChangeAspect="1"/>
          </p:cNvPicPr>
          <p:nvPr/>
        </p:nvPicPr>
        <p:blipFill>
          <a:blip r:embed="rId4"/>
          <a:stretch>
            <a:fillRect/>
          </a:stretch>
        </p:blipFill>
        <p:spPr>
          <a:xfrm>
            <a:off x="10422672" y="2865606"/>
            <a:ext cx="1422400" cy="1422400"/>
          </a:xfrm>
          <a:prstGeom prst="rect">
            <a:avLst/>
          </a:prstGeom>
        </p:spPr>
      </p:pic>
      <p:pic>
        <p:nvPicPr>
          <p:cNvPr id="6" name="Imagen 5">
            <a:extLst>
              <a:ext uri="{FF2B5EF4-FFF2-40B4-BE49-F238E27FC236}">
                <a16:creationId xmlns:a16="http://schemas.microsoft.com/office/drawing/2014/main" id="{600D1F1C-2846-864A-B549-4091126D0DE8}"/>
              </a:ext>
            </a:extLst>
          </p:cNvPr>
          <p:cNvPicPr>
            <a:picLocks noChangeAspect="1"/>
          </p:cNvPicPr>
          <p:nvPr/>
        </p:nvPicPr>
        <p:blipFill>
          <a:blip r:embed="rId5"/>
          <a:stretch>
            <a:fillRect/>
          </a:stretch>
        </p:blipFill>
        <p:spPr>
          <a:xfrm>
            <a:off x="4792563" y="1591748"/>
            <a:ext cx="3327620" cy="2210317"/>
          </a:xfrm>
          <a:prstGeom prst="rect">
            <a:avLst/>
          </a:prstGeom>
        </p:spPr>
      </p:pic>
      <p:pic>
        <p:nvPicPr>
          <p:cNvPr id="7" name="Imagen 6">
            <a:extLst>
              <a:ext uri="{FF2B5EF4-FFF2-40B4-BE49-F238E27FC236}">
                <a16:creationId xmlns:a16="http://schemas.microsoft.com/office/drawing/2014/main" id="{E25BD118-04A9-AD41-A26D-CBA9696C0560}"/>
              </a:ext>
            </a:extLst>
          </p:cNvPr>
          <p:cNvPicPr>
            <a:picLocks noChangeAspect="1"/>
          </p:cNvPicPr>
          <p:nvPr/>
        </p:nvPicPr>
        <p:blipFill>
          <a:blip r:embed="rId6"/>
          <a:stretch>
            <a:fillRect/>
          </a:stretch>
        </p:blipFill>
        <p:spPr>
          <a:xfrm>
            <a:off x="9776911" y="4365251"/>
            <a:ext cx="1905000" cy="1066800"/>
          </a:xfrm>
          <a:prstGeom prst="rect">
            <a:avLst/>
          </a:prstGeom>
        </p:spPr>
      </p:pic>
      <p:pic>
        <p:nvPicPr>
          <p:cNvPr id="10" name="Imagen 9">
            <a:extLst>
              <a:ext uri="{FF2B5EF4-FFF2-40B4-BE49-F238E27FC236}">
                <a16:creationId xmlns:a16="http://schemas.microsoft.com/office/drawing/2014/main" id="{44343921-49F4-8B49-B37E-EE9F92AAB48C}"/>
              </a:ext>
            </a:extLst>
          </p:cNvPr>
          <p:cNvPicPr>
            <a:picLocks noChangeAspect="1"/>
          </p:cNvPicPr>
          <p:nvPr/>
        </p:nvPicPr>
        <p:blipFill>
          <a:blip r:embed="rId7"/>
          <a:stretch>
            <a:fillRect/>
          </a:stretch>
        </p:blipFill>
        <p:spPr>
          <a:xfrm>
            <a:off x="8293385" y="4303331"/>
            <a:ext cx="1422400" cy="1422400"/>
          </a:xfrm>
          <a:prstGeom prst="rect">
            <a:avLst/>
          </a:prstGeom>
        </p:spPr>
      </p:pic>
      <p:cxnSp>
        <p:nvCxnSpPr>
          <p:cNvPr id="11" name="Conector recto 10">
            <a:extLst>
              <a:ext uri="{FF2B5EF4-FFF2-40B4-BE49-F238E27FC236}">
                <a16:creationId xmlns:a16="http://schemas.microsoft.com/office/drawing/2014/main" id="{3B8D9315-4713-FA40-9D35-C4F0DBE01235}"/>
              </a:ext>
            </a:extLst>
          </p:cNvPr>
          <p:cNvCxnSpPr/>
          <p:nvPr/>
        </p:nvCxnSpPr>
        <p:spPr>
          <a:xfrm>
            <a:off x="643180" y="5122190"/>
            <a:ext cx="36885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C39205CE-4BDB-6948-8ECD-8D3F23EDDDD1}"/>
              </a:ext>
            </a:extLst>
          </p:cNvPr>
          <p:cNvCxnSpPr/>
          <p:nvPr/>
        </p:nvCxnSpPr>
        <p:spPr>
          <a:xfrm flipV="1">
            <a:off x="835371" y="2371241"/>
            <a:ext cx="0" cy="3006671"/>
          </a:xfrm>
          <a:prstGeom prst="line">
            <a:avLst/>
          </a:prstGeom>
        </p:spPr>
        <p:style>
          <a:lnRef idx="2">
            <a:schemeClr val="accent1"/>
          </a:lnRef>
          <a:fillRef idx="0">
            <a:schemeClr val="accent1"/>
          </a:fillRef>
          <a:effectRef idx="1">
            <a:schemeClr val="accent1"/>
          </a:effectRef>
          <a:fontRef idx="minor">
            <a:schemeClr val="tx1"/>
          </a:fontRef>
        </p:style>
      </p:cxnSp>
      <p:sp>
        <p:nvSpPr>
          <p:cNvPr id="13" name="Elipse 12">
            <a:extLst>
              <a:ext uri="{FF2B5EF4-FFF2-40B4-BE49-F238E27FC236}">
                <a16:creationId xmlns:a16="http://schemas.microsoft.com/office/drawing/2014/main" id="{555BD95C-8921-BA41-A323-FAD81C91F5C9}"/>
              </a:ext>
            </a:extLst>
          </p:cNvPr>
          <p:cNvSpPr/>
          <p:nvPr/>
        </p:nvSpPr>
        <p:spPr>
          <a:xfrm>
            <a:off x="2359848" y="3496210"/>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4" name="Elipse 13">
            <a:extLst>
              <a:ext uri="{FF2B5EF4-FFF2-40B4-BE49-F238E27FC236}">
                <a16:creationId xmlns:a16="http://schemas.microsoft.com/office/drawing/2014/main" id="{F2D9A119-6001-D746-B167-F03D0763D5EB}"/>
              </a:ext>
            </a:extLst>
          </p:cNvPr>
          <p:cNvSpPr/>
          <p:nvPr/>
        </p:nvSpPr>
        <p:spPr>
          <a:xfrm>
            <a:off x="2578116" y="3076576"/>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5" name="Elipse 14">
            <a:extLst>
              <a:ext uri="{FF2B5EF4-FFF2-40B4-BE49-F238E27FC236}">
                <a16:creationId xmlns:a16="http://schemas.microsoft.com/office/drawing/2014/main" id="{6C5C4DE5-3DFB-C94E-A7D2-5D72C595663B}"/>
              </a:ext>
            </a:extLst>
          </p:cNvPr>
          <p:cNvSpPr/>
          <p:nvPr/>
        </p:nvSpPr>
        <p:spPr>
          <a:xfrm>
            <a:off x="2993219" y="3514241"/>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6" name="Elipse 15">
            <a:extLst>
              <a:ext uri="{FF2B5EF4-FFF2-40B4-BE49-F238E27FC236}">
                <a16:creationId xmlns:a16="http://schemas.microsoft.com/office/drawing/2014/main" id="{CB2EFEFD-6FF9-D946-B770-5B8F1105BB46}"/>
              </a:ext>
            </a:extLst>
          </p:cNvPr>
          <p:cNvSpPr/>
          <p:nvPr/>
        </p:nvSpPr>
        <p:spPr>
          <a:xfrm>
            <a:off x="2652452" y="3688435"/>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7" name="Elipse 16">
            <a:extLst>
              <a:ext uri="{FF2B5EF4-FFF2-40B4-BE49-F238E27FC236}">
                <a16:creationId xmlns:a16="http://schemas.microsoft.com/office/drawing/2014/main" id="{A7D1AE85-8A82-824A-A58E-B696DC7B72E3}"/>
              </a:ext>
            </a:extLst>
          </p:cNvPr>
          <p:cNvSpPr/>
          <p:nvPr/>
        </p:nvSpPr>
        <p:spPr>
          <a:xfrm>
            <a:off x="2242320" y="3205562"/>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8" name="Elipse 17">
            <a:extLst>
              <a:ext uri="{FF2B5EF4-FFF2-40B4-BE49-F238E27FC236}">
                <a16:creationId xmlns:a16="http://schemas.microsoft.com/office/drawing/2014/main" id="{F5688F84-DC3A-A340-841C-274D85849E25}"/>
              </a:ext>
            </a:extLst>
          </p:cNvPr>
          <p:cNvSpPr/>
          <p:nvPr/>
        </p:nvSpPr>
        <p:spPr>
          <a:xfrm>
            <a:off x="2734390" y="3252057"/>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9" name="Elipse 18">
            <a:extLst>
              <a:ext uri="{FF2B5EF4-FFF2-40B4-BE49-F238E27FC236}">
                <a16:creationId xmlns:a16="http://schemas.microsoft.com/office/drawing/2014/main" id="{1CED1EC5-B860-664D-ABDC-F6DA9726CC5C}"/>
              </a:ext>
            </a:extLst>
          </p:cNvPr>
          <p:cNvSpPr/>
          <p:nvPr/>
        </p:nvSpPr>
        <p:spPr>
          <a:xfrm>
            <a:off x="2980533" y="3076576"/>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0" name="CuadroTexto 19">
            <a:extLst>
              <a:ext uri="{FF2B5EF4-FFF2-40B4-BE49-F238E27FC236}">
                <a16:creationId xmlns:a16="http://schemas.microsoft.com/office/drawing/2014/main" id="{6C2093F8-D3E5-5748-9551-C1485FE58297}"/>
              </a:ext>
            </a:extLst>
          </p:cNvPr>
          <p:cNvSpPr txBox="1"/>
          <p:nvPr/>
        </p:nvSpPr>
        <p:spPr>
          <a:xfrm>
            <a:off x="4026884" y="5135216"/>
            <a:ext cx="421910" cy="369332"/>
          </a:xfrm>
          <a:prstGeom prst="rect">
            <a:avLst/>
          </a:prstGeom>
          <a:noFill/>
        </p:spPr>
        <p:txBody>
          <a:bodyPr wrap="none" rtlCol="0">
            <a:spAutoFit/>
          </a:bodyPr>
          <a:lstStyle/>
          <a:p>
            <a:r>
              <a:rPr lang="es-ES_tradnl" dirty="0"/>
              <a:t>X1</a:t>
            </a:r>
          </a:p>
        </p:txBody>
      </p:sp>
      <p:sp>
        <p:nvSpPr>
          <p:cNvPr id="21" name="CuadroTexto 20">
            <a:extLst>
              <a:ext uri="{FF2B5EF4-FFF2-40B4-BE49-F238E27FC236}">
                <a16:creationId xmlns:a16="http://schemas.microsoft.com/office/drawing/2014/main" id="{5E88F9F6-D071-C744-AE38-DC9B8BAF0413}"/>
              </a:ext>
            </a:extLst>
          </p:cNvPr>
          <p:cNvSpPr txBox="1"/>
          <p:nvPr/>
        </p:nvSpPr>
        <p:spPr>
          <a:xfrm>
            <a:off x="498749" y="2288329"/>
            <a:ext cx="401072" cy="369332"/>
          </a:xfrm>
          <a:prstGeom prst="rect">
            <a:avLst/>
          </a:prstGeom>
          <a:noFill/>
        </p:spPr>
        <p:txBody>
          <a:bodyPr wrap="none" rtlCol="0">
            <a:spAutoFit/>
          </a:bodyPr>
          <a:lstStyle/>
          <a:p>
            <a:r>
              <a:rPr lang="es-ES_tradnl" dirty="0"/>
              <a:t>x2</a:t>
            </a:r>
          </a:p>
        </p:txBody>
      </p:sp>
      <p:sp>
        <p:nvSpPr>
          <p:cNvPr id="22" name="Elipse 21">
            <a:extLst>
              <a:ext uri="{FF2B5EF4-FFF2-40B4-BE49-F238E27FC236}">
                <a16:creationId xmlns:a16="http://schemas.microsoft.com/office/drawing/2014/main" id="{9198F201-D5AC-5B43-A332-F9B03F40210D}"/>
              </a:ext>
            </a:extLst>
          </p:cNvPr>
          <p:cNvSpPr/>
          <p:nvPr/>
        </p:nvSpPr>
        <p:spPr>
          <a:xfrm>
            <a:off x="2256378" y="3763394"/>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3" name="Elipse 22">
            <a:extLst>
              <a:ext uri="{FF2B5EF4-FFF2-40B4-BE49-F238E27FC236}">
                <a16:creationId xmlns:a16="http://schemas.microsoft.com/office/drawing/2014/main" id="{939A0C05-2FC7-D44F-88E9-50271D6E15F1}"/>
              </a:ext>
            </a:extLst>
          </p:cNvPr>
          <p:cNvSpPr/>
          <p:nvPr/>
        </p:nvSpPr>
        <p:spPr>
          <a:xfrm>
            <a:off x="2474646" y="3343760"/>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4" name="Elipse 23">
            <a:extLst>
              <a:ext uri="{FF2B5EF4-FFF2-40B4-BE49-F238E27FC236}">
                <a16:creationId xmlns:a16="http://schemas.microsoft.com/office/drawing/2014/main" id="{A6BB254D-DF9E-C34B-A67A-509C2FAF246E}"/>
              </a:ext>
            </a:extLst>
          </p:cNvPr>
          <p:cNvSpPr/>
          <p:nvPr/>
        </p:nvSpPr>
        <p:spPr>
          <a:xfrm>
            <a:off x="2889749" y="3781425"/>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5" name="Elipse 24">
            <a:extLst>
              <a:ext uri="{FF2B5EF4-FFF2-40B4-BE49-F238E27FC236}">
                <a16:creationId xmlns:a16="http://schemas.microsoft.com/office/drawing/2014/main" id="{60576507-BC6E-4643-B3FF-F7076A0D0374}"/>
              </a:ext>
            </a:extLst>
          </p:cNvPr>
          <p:cNvSpPr/>
          <p:nvPr/>
        </p:nvSpPr>
        <p:spPr>
          <a:xfrm>
            <a:off x="2548982" y="3955619"/>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6" name="Elipse 25">
            <a:extLst>
              <a:ext uri="{FF2B5EF4-FFF2-40B4-BE49-F238E27FC236}">
                <a16:creationId xmlns:a16="http://schemas.microsoft.com/office/drawing/2014/main" id="{F24DC13C-B6F9-0643-BA65-509152DC7A99}"/>
              </a:ext>
            </a:extLst>
          </p:cNvPr>
          <p:cNvSpPr/>
          <p:nvPr/>
        </p:nvSpPr>
        <p:spPr>
          <a:xfrm>
            <a:off x="2138850" y="3472746"/>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7" name="Elipse 26">
            <a:extLst>
              <a:ext uri="{FF2B5EF4-FFF2-40B4-BE49-F238E27FC236}">
                <a16:creationId xmlns:a16="http://schemas.microsoft.com/office/drawing/2014/main" id="{AE1281F4-A2FE-5343-A01F-FC8C32A57CBD}"/>
              </a:ext>
            </a:extLst>
          </p:cNvPr>
          <p:cNvSpPr/>
          <p:nvPr/>
        </p:nvSpPr>
        <p:spPr>
          <a:xfrm>
            <a:off x="2630920" y="3519241"/>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8" name="Elipse 27">
            <a:extLst>
              <a:ext uri="{FF2B5EF4-FFF2-40B4-BE49-F238E27FC236}">
                <a16:creationId xmlns:a16="http://schemas.microsoft.com/office/drawing/2014/main" id="{AF839145-BF2D-7945-8800-DA06FB2D41E7}"/>
              </a:ext>
            </a:extLst>
          </p:cNvPr>
          <p:cNvSpPr/>
          <p:nvPr/>
        </p:nvSpPr>
        <p:spPr>
          <a:xfrm>
            <a:off x="2877063" y="3343760"/>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9" name="Corazón 28">
            <a:extLst>
              <a:ext uri="{FF2B5EF4-FFF2-40B4-BE49-F238E27FC236}">
                <a16:creationId xmlns:a16="http://schemas.microsoft.com/office/drawing/2014/main" id="{1505CAC2-55A9-B747-B0D9-C66D369CC235}"/>
              </a:ext>
            </a:extLst>
          </p:cNvPr>
          <p:cNvSpPr/>
          <p:nvPr/>
        </p:nvSpPr>
        <p:spPr>
          <a:xfrm>
            <a:off x="1030637" y="282844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0" name="Corazón 29">
            <a:extLst>
              <a:ext uri="{FF2B5EF4-FFF2-40B4-BE49-F238E27FC236}">
                <a16:creationId xmlns:a16="http://schemas.microsoft.com/office/drawing/2014/main" id="{8D885894-939C-0D42-9FA0-B797B962E4FA}"/>
              </a:ext>
            </a:extLst>
          </p:cNvPr>
          <p:cNvSpPr/>
          <p:nvPr/>
        </p:nvSpPr>
        <p:spPr>
          <a:xfrm>
            <a:off x="1183037" y="298084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1" name="Corazón 30">
            <a:extLst>
              <a:ext uri="{FF2B5EF4-FFF2-40B4-BE49-F238E27FC236}">
                <a16:creationId xmlns:a16="http://schemas.microsoft.com/office/drawing/2014/main" id="{2AF0B1D0-EE5C-A140-ABE3-527D165D49F5}"/>
              </a:ext>
            </a:extLst>
          </p:cNvPr>
          <p:cNvSpPr/>
          <p:nvPr/>
        </p:nvSpPr>
        <p:spPr>
          <a:xfrm>
            <a:off x="960236" y="309692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2" name="Corazón 31">
            <a:extLst>
              <a:ext uri="{FF2B5EF4-FFF2-40B4-BE49-F238E27FC236}">
                <a16:creationId xmlns:a16="http://schemas.microsoft.com/office/drawing/2014/main" id="{27A1E7C2-97A0-F642-915A-4C022457D47B}"/>
              </a:ext>
            </a:extLst>
          </p:cNvPr>
          <p:cNvSpPr/>
          <p:nvPr/>
        </p:nvSpPr>
        <p:spPr>
          <a:xfrm>
            <a:off x="1019934" y="3389075"/>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3" name="Corazón 32">
            <a:extLst>
              <a:ext uri="{FF2B5EF4-FFF2-40B4-BE49-F238E27FC236}">
                <a16:creationId xmlns:a16="http://schemas.microsoft.com/office/drawing/2014/main" id="{BE616227-FA5F-854E-A88C-1FE2035D734A}"/>
              </a:ext>
            </a:extLst>
          </p:cNvPr>
          <p:cNvSpPr/>
          <p:nvPr/>
        </p:nvSpPr>
        <p:spPr>
          <a:xfrm>
            <a:off x="1162518" y="3190064"/>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4" name="Corazón 33">
            <a:extLst>
              <a:ext uri="{FF2B5EF4-FFF2-40B4-BE49-F238E27FC236}">
                <a16:creationId xmlns:a16="http://schemas.microsoft.com/office/drawing/2014/main" id="{0C35D4E6-C791-8C42-A4DC-B81D7246E7E9}"/>
              </a:ext>
            </a:extLst>
          </p:cNvPr>
          <p:cNvSpPr/>
          <p:nvPr/>
        </p:nvSpPr>
        <p:spPr>
          <a:xfrm>
            <a:off x="1598469" y="3420244"/>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5" name="Corazón 34">
            <a:extLst>
              <a:ext uri="{FF2B5EF4-FFF2-40B4-BE49-F238E27FC236}">
                <a16:creationId xmlns:a16="http://schemas.microsoft.com/office/drawing/2014/main" id="{D77A1FE5-5988-1C42-873D-06C6816A541C}"/>
              </a:ext>
            </a:extLst>
          </p:cNvPr>
          <p:cNvSpPr/>
          <p:nvPr/>
        </p:nvSpPr>
        <p:spPr>
          <a:xfrm>
            <a:off x="1244372" y="347404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6" name="Corazón 35">
            <a:extLst>
              <a:ext uri="{FF2B5EF4-FFF2-40B4-BE49-F238E27FC236}">
                <a16:creationId xmlns:a16="http://schemas.microsoft.com/office/drawing/2014/main" id="{2F52C7D8-4C4E-4D4E-8C94-636A2D27DFD9}"/>
              </a:ext>
            </a:extLst>
          </p:cNvPr>
          <p:cNvSpPr/>
          <p:nvPr/>
        </p:nvSpPr>
        <p:spPr>
          <a:xfrm>
            <a:off x="1411572" y="319685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7" name="Corazón 36">
            <a:extLst>
              <a:ext uri="{FF2B5EF4-FFF2-40B4-BE49-F238E27FC236}">
                <a16:creationId xmlns:a16="http://schemas.microsoft.com/office/drawing/2014/main" id="{DEB89444-3C4D-BF4E-96AC-B4439135833A}"/>
              </a:ext>
            </a:extLst>
          </p:cNvPr>
          <p:cNvSpPr/>
          <p:nvPr/>
        </p:nvSpPr>
        <p:spPr>
          <a:xfrm>
            <a:off x="1044331" y="364593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8" name="Corazón 37">
            <a:extLst>
              <a:ext uri="{FF2B5EF4-FFF2-40B4-BE49-F238E27FC236}">
                <a16:creationId xmlns:a16="http://schemas.microsoft.com/office/drawing/2014/main" id="{0C4F1061-434C-1848-88DD-FEEE7C8FFF1C}"/>
              </a:ext>
            </a:extLst>
          </p:cNvPr>
          <p:cNvSpPr/>
          <p:nvPr/>
        </p:nvSpPr>
        <p:spPr>
          <a:xfrm>
            <a:off x="1196731" y="379833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9" name="Corazón 38">
            <a:extLst>
              <a:ext uri="{FF2B5EF4-FFF2-40B4-BE49-F238E27FC236}">
                <a16:creationId xmlns:a16="http://schemas.microsoft.com/office/drawing/2014/main" id="{FD53F5F3-4013-054B-83B6-5E7FDCD11513}"/>
              </a:ext>
            </a:extLst>
          </p:cNvPr>
          <p:cNvSpPr/>
          <p:nvPr/>
        </p:nvSpPr>
        <p:spPr>
          <a:xfrm>
            <a:off x="973930" y="391441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0" name="Corazón 39">
            <a:extLst>
              <a:ext uri="{FF2B5EF4-FFF2-40B4-BE49-F238E27FC236}">
                <a16:creationId xmlns:a16="http://schemas.microsoft.com/office/drawing/2014/main" id="{E73BF39C-735E-D34F-9BF4-C8ED001B2E36}"/>
              </a:ext>
            </a:extLst>
          </p:cNvPr>
          <p:cNvSpPr/>
          <p:nvPr/>
        </p:nvSpPr>
        <p:spPr>
          <a:xfrm>
            <a:off x="1033628" y="420656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1" name="Corazón 40">
            <a:extLst>
              <a:ext uri="{FF2B5EF4-FFF2-40B4-BE49-F238E27FC236}">
                <a16:creationId xmlns:a16="http://schemas.microsoft.com/office/drawing/2014/main" id="{4294426E-E906-3E40-A3D2-24E36C0D356D}"/>
              </a:ext>
            </a:extLst>
          </p:cNvPr>
          <p:cNvSpPr/>
          <p:nvPr/>
        </p:nvSpPr>
        <p:spPr>
          <a:xfrm>
            <a:off x="1176212" y="4007555"/>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2" name="Corazón 41">
            <a:extLst>
              <a:ext uri="{FF2B5EF4-FFF2-40B4-BE49-F238E27FC236}">
                <a16:creationId xmlns:a16="http://schemas.microsoft.com/office/drawing/2014/main" id="{ECD15794-715D-7F4A-ABE7-6B45CB966718}"/>
              </a:ext>
            </a:extLst>
          </p:cNvPr>
          <p:cNvSpPr/>
          <p:nvPr/>
        </p:nvSpPr>
        <p:spPr>
          <a:xfrm>
            <a:off x="1340551" y="456394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3" name="Corazón 42">
            <a:extLst>
              <a:ext uri="{FF2B5EF4-FFF2-40B4-BE49-F238E27FC236}">
                <a16:creationId xmlns:a16="http://schemas.microsoft.com/office/drawing/2014/main" id="{BC1C68EF-E821-F64C-83D2-D6F5DF51F52E}"/>
              </a:ext>
            </a:extLst>
          </p:cNvPr>
          <p:cNvSpPr/>
          <p:nvPr/>
        </p:nvSpPr>
        <p:spPr>
          <a:xfrm>
            <a:off x="1258066" y="429153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4" name="Corazón 43">
            <a:extLst>
              <a:ext uri="{FF2B5EF4-FFF2-40B4-BE49-F238E27FC236}">
                <a16:creationId xmlns:a16="http://schemas.microsoft.com/office/drawing/2014/main" id="{314B91F8-295F-EE4F-9C77-5647E1EB70EB}"/>
              </a:ext>
            </a:extLst>
          </p:cNvPr>
          <p:cNvSpPr/>
          <p:nvPr/>
        </p:nvSpPr>
        <p:spPr>
          <a:xfrm>
            <a:off x="1477396" y="4064889"/>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5" name="Corazón 44">
            <a:extLst>
              <a:ext uri="{FF2B5EF4-FFF2-40B4-BE49-F238E27FC236}">
                <a16:creationId xmlns:a16="http://schemas.microsoft.com/office/drawing/2014/main" id="{348ECBF5-335D-C346-ABC6-BC9918D0405B}"/>
              </a:ext>
            </a:extLst>
          </p:cNvPr>
          <p:cNvSpPr/>
          <p:nvPr/>
        </p:nvSpPr>
        <p:spPr>
          <a:xfrm>
            <a:off x="2801051" y="417065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6" name="Corazón 45">
            <a:extLst>
              <a:ext uri="{FF2B5EF4-FFF2-40B4-BE49-F238E27FC236}">
                <a16:creationId xmlns:a16="http://schemas.microsoft.com/office/drawing/2014/main" id="{6EA9C989-74FF-E645-9865-B7E8FDABB71C}"/>
              </a:ext>
            </a:extLst>
          </p:cNvPr>
          <p:cNvSpPr/>
          <p:nvPr/>
        </p:nvSpPr>
        <p:spPr>
          <a:xfrm>
            <a:off x="2966498" y="427267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7" name="Corazón 46">
            <a:extLst>
              <a:ext uri="{FF2B5EF4-FFF2-40B4-BE49-F238E27FC236}">
                <a16:creationId xmlns:a16="http://schemas.microsoft.com/office/drawing/2014/main" id="{2D922E26-0E14-7846-A0B1-38DAB0826ABA}"/>
              </a:ext>
            </a:extLst>
          </p:cNvPr>
          <p:cNvSpPr/>
          <p:nvPr/>
        </p:nvSpPr>
        <p:spPr>
          <a:xfrm>
            <a:off x="3208902" y="390816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8" name="Corazón 47">
            <a:extLst>
              <a:ext uri="{FF2B5EF4-FFF2-40B4-BE49-F238E27FC236}">
                <a16:creationId xmlns:a16="http://schemas.microsoft.com/office/drawing/2014/main" id="{72AC2E7C-B745-9C43-9DC3-FAF63DC981CC}"/>
              </a:ext>
            </a:extLst>
          </p:cNvPr>
          <p:cNvSpPr/>
          <p:nvPr/>
        </p:nvSpPr>
        <p:spPr>
          <a:xfrm>
            <a:off x="3059440" y="4597017"/>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9" name="Corazón 48">
            <a:extLst>
              <a:ext uri="{FF2B5EF4-FFF2-40B4-BE49-F238E27FC236}">
                <a16:creationId xmlns:a16="http://schemas.microsoft.com/office/drawing/2014/main" id="{C5E3E4D5-2C3B-334C-B439-A3ED6876B4DD}"/>
              </a:ext>
            </a:extLst>
          </p:cNvPr>
          <p:cNvSpPr/>
          <p:nvPr/>
        </p:nvSpPr>
        <p:spPr>
          <a:xfrm>
            <a:off x="2945979" y="448189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0" name="Corazón 49">
            <a:extLst>
              <a:ext uri="{FF2B5EF4-FFF2-40B4-BE49-F238E27FC236}">
                <a16:creationId xmlns:a16="http://schemas.microsoft.com/office/drawing/2014/main" id="{086F2606-6141-3740-84D2-F05C2E34D2C1}"/>
              </a:ext>
            </a:extLst>
          </p:cNvPr>
          <p:cNvSpPr/>
          <p:nvPr/>
        </p:nvSpPr>
        <p:spPr>
          <a:xfrm>
            <a:off x="3374965" y="467258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1" name="Corazón 50">
            <a:extLst>
              <a:ext uri="{FF2B5EF4-FFF2-40B4-BE49-F238E27FC236}">
                <a16:creationId xmlns:a16="http://schemas.microsoft.com/office/drawing/2014/main" id="{3B5A166F-B869-0643-BCAB-B789130CE5AA}"/>
              </a:ext>
            </a:extLst>
          </p:cNvPr>
          <p:cNvSpPr/>
          <p:nvPr/>
        </p:nvSpPr>
        <p:spPr>
          <a:xfrm>
            <a:off x="3182283" y="488951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2" name="Corazón 51">
            <a:extLst>
              <a:ext uri="{FF2B5EF4-FFF2-40B4-BE49-F238E27FC236}">
                <a16:creationId xmlns:a16="http://schemas.microsoft.com/office/drawing/2014/main" id="{B1E003D2-CCAE-CA41-9798-84ED98810D36}"/>
              </a:ext>
            </a:extLst>
          </p:cNvPr>
          <p:cNvSpPr/>
          <p:nvPr/>
        </p:nvSpPr>
        <p:spPr>
          <a:xfrm>
            <a:off x="3171477" y="442668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3" name="Corazón 52">
            <a:extLst>
              <a:ext uri="{FF2B5EF4-FFF2-40B4-BE49-F238E27FC236}">
                <a16:creationId xmlns:a16="http://schemas.microsoft.com/office/drawing/2014/main" id="{44693C35-64E4-9849-B0FA-85A7FEA71B0B}"/>
              </a:ext>
            </a:extLst>
          </p:cNvPr>
          <p:cNvSpPr/>
          <p:nvPr/>
        </p:nvSpPr>
        <p:spPr>
          <a:xfrm>
            <a:off x="1846931" y="326773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4" name="Corazón 53">
            <a:extLst>
              <a:ext uri="{FF2B5EF4-FFF2-40B4-BE49-F238E27FC236}">
                <a16:creationId xmlns:a16="http://schemas.microsoft.com/office/drawing/2014/main" id="{A2666EB8-AEB5-CC4B-976B-94F22E539B33}"/>
              </a:ext>
            </a:extLst>
          </p:cNvPr>
          <p:cNvSpPr/>
          <p:nvPr/>
        </p:nvSpPr>
        <p:spPr>
          <a:xfrm>
            <a:off x="1777029" y="363694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5" name="Corazón 54">
            <a:extLst>
              <a:ext uri="{FF2B5EF4-FFF2-40B4-BE49-F238E27FC236}">
                <a16:creationId xmlns:a16="http://schemas.microsoft.com/office/drawing/2014/main" id="{5C2477DA-B5EE-7643-89FF-3C2C0324DF42}"/>
              </a:ext>
            </a:extLst>
          </p:cNvPr>
          <p:cNvSpPr/>
          <p:nvPr/>
        </p:nvSpPr>
        <p:spPr>
          <a:xfrm>
            <a:off x="1554228" y="375302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6" name="Corazón 55">
            <a:extLst>
              <a:ext uri="{FF2B5EF4-FFF2-40B4-BE49-F238E27FC236}">
                <a16:creationId xmlns:a16="http://schemas.microsoft.com/office/drawing/2014/main" id="{D1953DBC-F125-984F-A478-59F8C72C8348}"/>
              </a:ext>
            </a:extLst>
          </p:cNvPr>
          <p:cNvSpPr/>
          <p:nvPr/>
        </p:nvSpPr>
        <p:spPr>
          <a:xfrm>
            <a:off x="1816609" y="409166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7" name="Corazón 56">
            <a:extLst>
              <a:ext uri="{FF2B5EF4-FFF2-40B4-BE49-F238E27FC236}">
                <a16:creationId xmlns:a16="http://schemas.microsoft.com/office/drawing/2014/main" id="{EDF01BA1-B0B9-C547-B9BC-22A01F4CB1F8}"/>
              </a:ext>
            </a:extLst>
          </p:cNvPr>
          <p:cNvSpPr/>
          <p:nvPr/>
        </p:nvSpPr>
        <p:spPr>
          <a:xfrm>
            <a:off x="1756510" y="3846169"/>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8" name="Corazón 57">
            <a:extLst>
              <a:ext uri="{FF2B5EF4-FFF2-40B4-BE49-F238E27FC236}">
                <a16:creationId xmlns:a16="http://schemas.microsoft.com/office/drawing/2014/main" id="{D019AAAC-B01D-6A4B-8DD7-E538EEC43197}"/>
              </a:ext>
            </a:extLst>
          </p:cNvPr>
          <p:cNvSpPr/>
          <p:nvPr/>
        </p:nvSpPr>
        <p:spPr>
          <a:xfrm>
            <a:off x="1116230" y="457412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9" name="Corazón 58">
            <a:extLst>
              <a:ext uri="{FF2B5EF4-FFF2-40B4-BE49-F238E27FC236}">
                <a16:creationId xmlns:a16="http://schemas.microsoft.com/office/drawing/2014/main" id="{85B254CA-43E9-0C4A-BB8B-ADF039F0E1C9}"/>
              </a:ext>
            </a:extLst>
          </p:cNvPr>
          <p:cNvSpPr/>
          <p:nvPr/>
        </p:nvSpPr>
        <p:spPr>
          <a:xfrm>
            <a:off x="2061814" y="3990964"/>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0" name="Corazón 59">
            <a:extLst>
              <a:ext uri="{FF2B5EF4-FFF2-40B4-BE49-F238E27FC236}">
                <a16:creationId xmlns:a16="http://schemas.microsoft.com/office/drawing/2014/main" id="{77E58569-FA46-A64D-9C3B-FBCC8C1F0349}"/>
              </a:ext>
            </a:extLst>
          </p:cNvPr>
          <p:cNvSpPr/>
          <p:nvPr/>
        </p:nvSpPr>
        <p:spPr>
          <a:xfrm>
            <a:off x="1390869" y="3660028"/>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1" name="Corazón 60">
            <a:extLst>
              <a:ext uri="{FF2B5EF4-FFF2-40B4-BE49-F238E27FC236}">
                <a16:creationId xmlns:a16="http://schemas.microsoft.com/office/drawing/2014/main" id="{7CAD3DB7-E792-B446-B682-4F975584FE29}"/>
              </a:ext>
            </a:extLst>
          </p:cNvPr>
          <p:cNvSpPr/>
          <p:nvPr/>
        </p:nvSpPr>
        <p:spPr>
          <a:xfrm>
            <a:off x="1638683" y="429060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2" name="Corazón 61">
            <a:extLst>
              <a:ext uri="{FF2B5EF4-FFF2-40B4-BE49-F238E27FC236}">
                <a16:creationId xmlns:a16="http://schemas.microsoft.com/office/drawing/2014/main" id="{A99FCAAB-CF4D-CB43-8237-8EE92AB09374}"/>
              </a:ext>
            </a:extLst>
          </p:cNvPr>
          <p:cNvSpPr/>
          <p:nvPr/>
        </p:nvSpPr>
        <p:spPr>
          <a:xfrm>
            <a:off x="1791083" y="444300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3" name="Corazón 62">
            <a:extLst>
              <a:ext uri="{FF2B5EF4-FFF2-40B4-BE49-F238E27FC236}">
                <a16:creationId xmlns:a16="http://schemas.microsoft.com/office/drawing/2014/main" id="{D07572DB-3D9A-7049-89C3-645C2040D777}"/>
              </a:ext>
            </a:extLst>
          </p:cNvPr>
          <p:cNvSpPr/>
          <p:nvPr/>
        </p:nvSpPr>
        <p:spPr>
          <a:xfrm>
            <a:off x="1568282" y="455908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4" name="Corazón 63">
            <a:extLst>
              <a:ext uri="{FF2B5EF4-FFF2-40B4-BE49-F238E27FC236}">
                <a16:creationId xmlns:a16="http://schemas.microsoft.com/office/drawing/2014/main" id="{F63946E9-8F75-1549-994B-25D74B329122}"/>
              </a:ext>
            </a:extLst>
          </p:cNvPr>
          <p:cNvSpPr/>
          <p:nvPr/>
        </p:nvSpPr>
        <p:spPr>
          <a:xfrm>
            <a:off x="1627980" y="4851235"/>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5" name="Corazón 64">
            <a:extLst>
              <a:ext uri="{FF2B5EF4-FFF2-40B4-BE49-F238E27FC236}">
                <a16:creationId xmlns:a16="http://schemas.microsoft.com/office/drawing/2014/main" id="{CD9CC990-E7B8-7642-BE1D-30D454345552}"/>
              </a:ext>
            </a:extLst>
          </p:cNvPr>
          <p:cNvSpPr/>
          <p:nvPr/>
        </p:nvSpPr>
        <p:spPr>
          <a:xfrm>
            <a:off x="1770564" y="4652224"/>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6" name="Corazón 65">
            <a:extLst>
              <a:ext uri="{FF2B5EF4-FFF2-40B4-BE49-F238E27FC236}">
                <a16:creationId xmlns:a16="http://schemas.microsoft.com/office/drawing/2014/main" id="{0F0A4AC9-3D10-B647-8825-1827CA0297E2}"/>
              </a:ext>
            </a:extLst>
          </p:cNvPr>
          <p:cNvSpPr/>
          <p:nvPr/>
        </p:nvSpPr>
        <p:spPr>
          <a:xfrm>
            <a:off x="2075219" y="482012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7" name="Corazón 66">
            <a:extLst>
              <a:ext uri="{FF2B5EF4-FFF2-40B4-BE49-F238E27FC236}">
                <a16:creationId xmlns:a16="http://schemas.microsoft.com/office/drawing/2014/main" id="{BE604335-FD67-E644-A313-B4A7292EAF2C}"/>
              </a:ext>
            </a:extLst>
          </p:cNvPr>
          <p:cNvSpPr/>
          <p:nvPr/>
        </p:nvSpPr>
        <p:spPr>
          <a:xfrm>
            <a:off x="2129463" y="436758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8" name="Corazón 67">
            <a:extLst>
              <a:ext uri="{FF2B5EF4-FFF2-40B4-BE49-F238E27FC236}">
                <a16:creationId xmlns:a16="http://schemas.microsoft.com/office/drawing/2014/main" id="{F5E726E6-9036-7645-9166-9CDB4FD184F2}"/>
              </a:ext>
            </a:extLst>
          </p:cNvPr>
          <p:cNvSpPr/>
          <p:nvPr/>
        </p:nvSpPr>
        <p:spPr>
          <a:xfrm>
            <a:off x="1996062" y="4597017"/>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9" name="Corazón 68">
            <a:extLst>
              <a:ext uri="{FF2B5EF4-FFF2-40B4-BE49-F238E27FC236}">
                <a16:creationId xmlns:a16="http://schemas.microsoft.com/office/drawing/2014/main" id="{3962A9E7-CD0F-8D44-8CBB-7273E61831D3}"/>
              </a:ext>
            </a:extLst>
          </p:cNvPr>
          <p:cNvSpPr/>
          <p:nvPr/>
        </p:nvSpPr>
        <p:spPr>
          <a:xfrm>
            <a:off x="2279630" y="403793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0" name="Corazón 69">
            <a:extLst>
              <a:ext uri="{FF2B5EF4-FFF2-40B4-BE49-F238E27FC236}">
                <a16:creationId xmlns:a16="http://schemas.microsoft.com/office/drawing/2014/main" id="{625CE730-141E-834A-995A-E223ED8BEE97}"/>
              </a:ext>
            </a:extLst>
          </p:cNvPr>
          <p:cNvSpPr/>
          <p:nvPr/>
        </p:nvSpPr>
        <p:spPr>
          <a:xfrm>
            <a:off x="1982037" y="4232649"/>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1" name="Corazón 70">
            <a:extLst>
              <a:ext uri="{FF2B5EF4-FFF2-40B4-BE49-F238E27FC236}">
                <a16:creationId xmlns:a16="http://schemas.microsoft.com/office/drawing/2014/main" id="{1710BC9E-5738-FF49-9773-1E5E42507459}"/>
              </a:ext>
            </a:extLst>
          </p:cNvPr>
          <p:cNvSpPr/>
          <p:nvPr/>
        </p:nvSpPr>
        <p:spPr>
          <a:xfrm>
            <a:off x="2475658" y="451927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2" name="Corazón 71">
            <a:extLst>
              <a:ext uri="{FF2B5EF4-FFF2-40B4-BE49-F238E27FC236}">
                <a16:creationId xmlns:a16="http://schemas.microsoft.com/office/drawing/2014/main" id="{7524D61E-6364-0647-8E9E-5734F2221369}"/>
              </a:ext>
            </a:extLst>
          </p:cNvPr>
          <p:cNvSpPr/>
          <p:nvPr/>
        </p:nvSpPr>
        <p:spPr>
          <a:xfrm>
            <a:off x="2235267" y="464201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3" name="Corazón 72">
            <a:extLst>
              <a:ext uri="{FF2B5EF4-FFF2-40B4-BE49-F238E27FC236}">
                <a16:creationId xmlns:a16="http://schemas.microsoft.com/office/drawing/2014/main" id="{E49C655F-BEA7-BD4E-A0F9-E250379AC9DC}"/>
              </a:ext>
            </a:extLst>
          </p:cNvPr>
          <p:cNvSpPr/>
          <p:nvPr/>
        </p:nvSpPr>
        <p:spPr>
          <a:xfrm>
            <a:off x="2672397" y="4356635"/>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4" name="Corazón 73">
            <a:extLst>
              <a:ext uri="{FF2B5EF4-FFF2-40B4-BE49-F238E27FC236}">
                <a16:creationId xmlns:a16="http://schemas.microsoft.com/office/drawing/2014/main" id="{4E3D0EFC-3D61-3445-94D7-5E39E8A13E56}"/>
              </a:ext>
            </a:extLst>
          </p:cNvPr>
          <p:cNvSpPr/>
          <p:nvPr/>
        </p:nvSpPr>
        <p:spPr>
          <a:xfrm>
            <a:off x="2883421" y="4711177"/>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5" name="Corazón 74">
            <a:extLst>
              <a:ext uri="{FF2B5EF4-FFF2-40B4-BE49-F238E27FC236}">
                <a16:creationId xmlns:a16="http://schemas.microsoft.com/office/drawing/2014/main" id="{6CAF31D1-685D-3645-ADE4-845088EE9A25}"/>
              </a:ext>
            </a:extLst>
          </p:cNvPr>
          <p:cNvSpPr/>
          <p:nvPr/>
        </p:nvSpPr>
        <p:spPr>
          <a:xfrm>
            <a:off x="2538861" y="4765288"/>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6" name="Corazón 75">
            <a:extLst>
              <a:ext uri="{FF2B5EF4-FFF2-40B4-BE49-F238E27FC236}">
                <a16:creationId xmlns:a16="http://schemas.microsoft.com/office/drawing/2014/main" id="{5CA8A3DC-30EB-7543-9E4A-B7D204FCA489}"/>
              </a:ext>
            </a:extLst>
          </p:cNvPr>
          <p:cNvSpPr/>
          <p:nvPr/>
        </p:nvSpPr>
        <p:spPr>
          <a:xfrm>
            <a:off x="2401788" y="420883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7" name="Corazón 76">
            <a:extLst>
              <a:ext uri="{FF2B5EF4-FFF2-40B4-BE49-F238E27FC236}">
                <a16:creationId xmlns:a16="http://schemas.microsoft.com/office/drawing/2014/main" id="{B9768DDC-016F-5B44-B81A-AE0AFCE908F0}"/>
              </a:ext>
            </a:extLst>
          </p:cNvPr>
          <p:cNvSpPr/>
          <p:nvPr/>
        </p:nvSpPr>
        <p:spPr>
          <a:xfrm>
            <a:off x="1496225" y="235222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8" name="Corazón 77">
            <a:extLst>
              <a:ext uri="{FF2B5EF4-FFF2-40B4-BE49-F238E27FC236}">
                <a16:creationId xmlns:a16="http://schemas.microsoft.com/office/drawing/2014/main" id="{8D28A808-1B14-8240-9300-E0D152DD94CE}"/>
              </a:ext>
            </a:extLst>
          </p:cNvPr>
          <p:cNvSpPr/>
          <p:nvPr/>
        </p:nvSpPr>
        <p:spPr>
          <a:xfrm>
            <a:off x="1648625" y="250462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9" name="Corazón 78">
            <a:extLst>
              <a:ext uri="{FF2B5EF4-FFF2-40B4-BE49-F238E27FC236}">
                <a16:creationId xmlns:a16="http://schemas.microsoft.com/office/drawing/2014/main" id="{9F6E8E79-504E-2D44-841D-2363C4FC7D5D}"/>
              </a:ext>
            </a:extLst>
          </p:cNvPr>
          <p:cNvSpPr/>
          <p:nvPr/>
        </p:nvSpPr>
        <p:spPr>
          <a:xfrm>
            <a:off x="1425824" y="262070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0" name="Corazón 79">
            <a:extLst>
              <a:ext uri="{FF2B5EF4-FFF2-40B4-BE49-F238E27FC236}">
                <a16:creationId xmlns:a16="http://schemas.microsoft.com/office/drawing/2014/main" id="{0C22ED67-CD49-F44F-8A79-437A9A45328F}"/>
              </a:ext>
            </a:extLst>
          </p:cNvPr>
          <p:cNvSpPr/>
          <p:nvPr/>
        </p:nvSpPr>
        <p:spPr>
          <a:xfrm>
            <a:off x="1485522" y="2912854"/>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1" name="Corazón 80">
            <a:extLst>
              <a:ext uri="{FF2B5EF4-FFF2-40B4-BE49-F238E27FC236}">
                <a16:creationId xmlns:a16="http://schemas.microsoft.com/office/drawing/2014/main" id="{B0291560-2A88-6546-AC8C-D025E70C3742}"/>
              </a:ext>
            </a:extLst>
          </p:cNvPr>
          <p:cNvSpPr/>
          <p:nvPr/>
        </p:nvSpPr>
        <p:spPr>
          <a:xfrm>
            <a:off x="1628106" y="271384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2" name="Corazón 81">
            <a:extLst>
              <a:ext uri="{FF2B5EF4-FFF2-40B4-BE49-F238E27FC236}">
                <a16:creationId xmlns:a16="http://schemas.microsoft.com/office/drawing/2014/main" id="{585B527A-8AA3-084A-A8F4-EC43ADCA5ED5}"/>
              </a:ext>
            </a:extLst>
          </p:cNvPr>
          <p:cNvSpPr/>
          <p:nvPr/>
        </p:nvSpPr>
        <p:spPr>
          <a:xfrm>
            <a:off x="1932761" y="288174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3" name="Corazón 82">
            <a:extLst>
              <a:ext uri="{FF2B5EF4-FFF2-40B4-BE49-F238E27FC236}">
                <a16:creationId xmlns:a16="http://schemas.microsoft.com/office/drawing/2014/main" id="{FF519803-51E2-7F43-813A-842312563E79}"/>
              </a:ext>
            </a:extLst>
          </p:cNvPr>
          <p:cNvSpPr/>
          <p:nvPr/>
        </p:nvSpPr>
        <p:spPr>
          <a:xfrm>
            <a:off x="1709960" y="299782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4" name="Corazón 83">
            <a:extLst>
              <a:ext uri="{FF2B5EF4-FFF2-40B4-BE49-F238E27FC236}">
                <a16:creationId xmlns:a16="http://schemas.microsoft.com/office/drawing/2014/main" id="{3D3AE355-4A0A-9843-A114-106C55EC43DC}"/>
              </a:ext>
            </a:extLst>
          </p:cNvPr>
          <p:cNvSpPr/>
          <p:nvPr/>
        </p:nvSpPr>
        <p:spPr>
          <a:xfrm>
            <a:off x="1853604" y="265863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5" name="Corazón 84">
            <a:extLst>
              <a:ext uri="{FF2B5EF4-FFF2-40B4-BE49-F238E27FC236}">
                <a16:creationId xmlns:a16="http://schemas.microsoft.com/office/drawing/2014/main" id="{10F62007-3E21-1C4F-ACB0-1467A77D03CA}"/>
              </a:ext>
            </a:extLst>
          </p:cNvPr>
          <p:cNvSpPr/>
          <p:nvPr/>
        </p:nvSpPr>
        <p:spPr>
          <a:xfrm>
            <a:off x="3515757" y="339980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6" name="Corazón 85">
            <a:extLst>
              <a:ext uri="{FF2B5EF4-FFF2-40B4-BE49-F238E27FC236}">
                <a16:creationId xmlns:a16="http://schemas.microsoft.com/office/drawing/2014/main" id="{C4B7FBD1-B313-7C4C-B4A0-1F8AAE3488E1}"/>
              </a:ext>
            </a:extLst>
          </p:cNvPr>
          <p:cNvSpPr/>
          <p:nvPr/>
        </p:nvSpPr>
        <p:spPr>
          <a:xfrm>
            <a:off x="3698789" y="361384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7" name="Corazón 86">
            <a:extLst>
              <a:ext uri="{FF2B5EF4-FFF2-40B4-BE49-F238E27FC236}">
                <a16:creationId xmlns:a16="http://schemas.microsoft.com/office/drawing/2014/main" id="{FA652D22-6433-D846-B012-10B5CFB2F72C}"/>
              </a:ext>
            </a:extLst>
          </p:cNvPr>
          <p:cNvSpPr/>
          <p:nvPr/>
        </p:nvSpPr>
        <p:spPr>
          <a:xfrm>
            <a:off x="3475988" y="372992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8" name="Corazón 87">
            <a:extLst>
              <a:ext uri="{FF2B5EF4-FFF2-40B4-BE49-F238E27FC236}">
                <a16:creationId xmlns:a16="http://schemas.microsoft.com/office/drawing/2014/main" id="{5D6FC3B3-9FF3-5D4B-B91E-92F2B56908BC}"/>
              </a:ext>
            </a:extLst>
          </p:cNvPr>
          <p:cNvSpPr/>
          <p:nvPr/>
        </p:nvSpPr>
        <p:spPr>
          <a:xfrm>
            <a:off x="3535686" y="4022077"/>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9" name="Corazón 88">
            <a:extLst>
              <a:ext uri="{FF2B5EF4-FFF2-40B4-BE49-F238E27FC236}">
                <a16:creationId xmlns:a16="http://schemas.microsoft.com/office/drawing/2014/main" id="{215AE1C4-8475-E649-BDDD-925F0DB5BBF8}"/>
              </a:ext>
            </a:extLst>
          </p:cNvPr>
          <p:cNvSpPr/>
          <p:nvPr/>
        </p:nvSpPr>
        <p:spPr>
          <a:xfrm>
            <a:off x="3678270" y="382306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90" name="Corazón 89">
            <a:extLst>
              <a:ext uri="{FF2B5EF4-FFF2-40B4-BE49-F238E27FC236}">
                <a16:creationId xmlns:a16="http://schemas.microsoft.com/office/drawing/2014/main" id="{9E1E43B8-9BD6-9A40-9365-6AC973F7606A}"/>
              </a:ext>
            </a:extLst>
          </p:cNvPr>
          <p:cNvSpPr/>
          <p:nvPr/>
        </p:nvSpPr>
        <p:spPr>
          <a:xfrm>
            <a:off x="3317173" y="4239385"/>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91" name="Corazón 90">
            <a:extLst>
              <a:ext uri="{FF2B5EF4-FFF2-40B4-BE49-F238E27FC236}">
                <a16:creationId xmlns:a16="http://schemas.microsoft.com/office/drawing/2014/main" id="{491249A7-C602-294F-BA20-0592B5589F7E}"/>
              </a:ext>
            </a:extLst>
          </p:cNvPr>
          <p:cNvSpPr/>
          <p:nvPr/>
        </p:nvSpPr>
        <p:spPr>
          <a:xfrm>
            <a:off x="3673886" y="454860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92" name="Corazón 91">
            <a:extLst>
              <a:ext uri="{FF2B5EF4-FFF2-40B4-BE49-F238E27FC236}">
                <a16:creationId xmlns:a16="http://schemas.microsoft.com/office/drawing/2014/main" id="{3B5A9391-8D41-D24F-AF61-DBE3E62AFFF7}"/>
              </a:ext>
            </a:extLst>
          </p:cNvPr>
          <p:cNvSpPr/>
          <p:nvPr/>
        </p:nvSpPr>
        <p:spPr>
          <a:xfrm>
            <a:off x="3903768" y="3767859"/>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93" name="Elipse 92">
            <a:extLst>
              <a:ext uri="{FF2B5EF4-FFF2-40B4-BE49-F238E27FC236}">
                <a16:creationId xmlns:a16="http://schemas.microsoft.com/office/drawing/2014/main" id="{CA3ED4A2-1A06-3046-94EF-DE438018EA6E}"/>
              </a:ext>
            </a:extLst>
          </p:cNvPr>
          <p:cNvSpPr/>
          <p:nvPr/>
        </p:nvSpPr>
        <p:spPr>
          <a:xfrm>
            <a:off x="2480753" y="2912137"/>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94" name="Elipse 93">
            <a:extLst>
              <a:ext uri="{FF2B5EF4-FFF2-40B4-BE49-F238E27FC236}">
                <a16:creationId xmlns:a16="http://schemas.microsoft.com/office/drawing/2014/main" id="{87B3022D-4804-2E4E-841F-AC25A98A38CD}"/>
              </a:ext>
            </a:extLst>
          </p:cNvPr>
          <p:cNvSpPr/>
          <p:nvPr/>
        </p:nvSpPr>
        <p:spPr>
          <a:xfrm>
            <a:off x="2699021" y="2492503"/>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95" name="Elipse 94">
            <a:extLst>
              <a:ext uri="{FF2B5EF4-FFF2-40B4-BE49-F238E27FC236}">
                <a16:creationId xmlns:a16="http://schemas.microsoft.com/office/drawing/2014/main" id="{92D9E050-48A3-E143-BAAA-ADB86A970F98}"/>
              </a:ext>
            </a:extLst>
          </p:cNvPr>
          <p:cNvSpPr/>
          <p:nvPr/>
        </p:nvSpPr>
        <p:spPr>
          <a:xfrm>
            <a:off x="3114124" y="2930168"/>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96" name="Elipse 95">
            <a:extLst>
              <a:ext uri="{FF2B5EF4-FFF2-40B4-BE49-F238E27FC236}">
                <a16:creationId xmlns:a16="http://schemas.microsoft.com/office/drawing/2014/main" id="{C1213071-2F6C-AA47-87B8-8D7009B73DB9}"/>
              </a:ext>
            </a:extLst>
          </p:cNvPr>
          <p:cNvSpPr/>
          <p:nvPr/>
        </p:nvSpPr>
        <p:spPr>
          <a:xfrm>
            <a:off x="2773357" y="3104362"/>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97" name="Elipse 96">
            <a:extLst>
              <a:ext uri="{FF2B5EF4-FFF2-40B4-BE49-F238E27FC236}">
                <a16:creationId xmlns:a16="http://schemas.microsoft.com/office/drawing/2014/main" id="{CFB03489-5326-5D4A-A85A-3C45A627E9C6}"/>
              </a:ext>
            </a:extLst>
          </p:cNvPr>
          <p:cNvSpPr/>
          <p:nvPr/>
        </p:nvSpPr>
        <p:spPr>
          <a:xfrm>
            <a:off x="2855295" y="2667984"/>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98" name="Elipse 97">
            <a:extLst>
              <a:ext uri="{FF2B5EF4-FFF2-40B4-BE49-F238E27FC236}">
                <a16:creationId xmlns:a16="http://schemas.microsoft.com/office/drawing/2014/main" id="{4F30269B-8936-7D46-BF9A-D845B3EBFD7E}"/>
              </a:ext>
            </a:extLst>
          </p:cNvPr>
          <p:cNvSpPr/>
          <p:nvPr/>
        </p:nvSpPr>
        <p:spPr>
          <a:xfrm>
            <a:off x="3101438" y="2492503"/>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99" name="Elipse 98">
            <a:extLst>
              <a:ext uri="{FF2B5EF4-FFF2-40B4-BE49-F238E27FC236}">
                <a16:creationId xmlns:a16="http://schemas.microsoft.com/office/drawing/2014/main" id="{8D6435F2-72DA-D245-B709-56B12D989700}"/>
              </a:ext>
            </a:extLst>
          </p:cNvPr>
          <p:cNvSpPr/>
          <p:nvPr/>
        </p:nvSpPr>
        <p:spPr>
          <a:xfrm>
            <a:off x="2595551" y="2759687"/>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00" name="Elipse 99">
            <a:extLst>
              <a:ext uri="{FF2B5EF4-FFF2-40B4-BE49-F238E27FC236}">
                <a16:creationId xmlns:a16="http://schemas.microsoft.com/office/drawing/2014/main" id="{65FB97FD-A6A5-144E-B216-8469D8D0EB5F}"/>
              </a:ext>
            </a:extLst>
          </p:cNvPr>
          <p:cNvSpPr/>
          <p:nvPr/>
        </p:nvSpPr>
        <p:spPr>
          <a:xfrm>
            <a:off x="3010654" y="3197352"/>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01" name="Elipse 100">
            <a:extLst>
              <a:ext uri="{FF2B5EF4-FFF2-40B4-BE49-F238E27FC236}">
                <a16:creationId xmlns:a16="http://schemas.microsoft.com/office/drawing/2014/main" id="{1098611A-793C-CD48-B9A9-181C21A1337B}"/>
              </a:ext>
            </a:extLst>
          </p:cNvPr>
          <p:cNvSpPr/>
          <p:nvPr/>
        </p:nvSpPr>
        <p:spPr>
          <a:xfrm>
            <a:off x="2751825" y="2935168"/>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02" name="Elipse 101">
            <a:extLst>
              <a:ext uri="{FF2B5EF4-FFF2-40B4-BE49-F238E27FC236}">
                <a16:creationId xmlns:a16="http://schemas.microsoft.com/office/drawing/2014/main" id="{66A0F66E-0A75-6D4F-AF91-109DD6DEEAC7}"/>
              </a:ext>
            </a:extLst>
          </p:cNvPr>
          <p:cNvSpPr/>
          <p:nvPr/>
        </p:nvSpPr>
        <p:spPr>
          <a:xfrm>
            <a:off x="2997968" y="2759687"/>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03" name="Elipse 102">
            <a:extLst>
              <a:ext uri="{FF2B5EF4-FFF2-40B4-BE49-F238E27FC236}">
                <a16:creationId xmlns:a16="http://schemas.microsoft.com/office/drawing/2014/main" id="{3DF6F827-7DD3-8440-ADE2-580F5BE8F093}"/>
              </a:ext>
            </a:extLst>
          </p:cNvPr>
          <p:cNvSpPr/>
          <p:nvPr/>
        </p:nvSpPr>
        <p:spPr>
          <a:xfrm>
            <a:off x="2146565" y="2551967"/>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04" name="Elipse 103">
            <a:extLst>
              <a:ext uri="{FF2B5EF4-FFF2-40B4-BE49-F238E27FC236}">
                <a16:creationId xmlns:a16="http://schemas.microsoft.com/office/drawing/2014/main" id="{390C9758-3FFE-1A49-8FEE-9738116E7794}"/>
              </a:ext>
            </a:extLst>
          </p:cNvPr>
          <p:cNvSpPr/>
          <p:nvPr/>
        </p:nvSpPr>
        <p:spPr>
          <a:xfrm>
            <a:off x="2302839" y="2727448"/>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05" name="Elipse 104">
            <a:extLst>
              <a:ext uri="{FF2B5EF4-FFF2-40B4-BE49-F238E27FC236}">
                <a16:creationId xmlns:a16="http://schemas.microsoft.com/office/drawing/2014/main" id="{DA0042E8-9824-544B-8380-27F311A4A0CF}"/>
              </a:ext>
            </a:extLst>
          </p:cNvPr>
          <p:cNvSpPr/>
          <p:nvPr/>
        </p:nvSpPr>
        <p:spPr>
          <a:xfrm>
            <a:off x="2548982" y="2551967"/>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07" name="Anillo 106">
            <a:extLst>
              <a:ext uri="{FF2B5EF4-FFF2-40B4-BE49-F238E27FC236}">
                <a16:creationId xmlns:a16="http://schemas.microsoft.com/office/drawing/2014/main" id="{F42A1B1F-BEFA-4042-A59F-24EBF0E0A01D}"/>
              </a:ext>
            </a:extLst>
          </p:cNvPr>
          <p:cNvSpPr/>
          <p:nvPr/>
        </p:nvSpPr>
        <p:spPr>
          <a:xfrm>
            <a:off x="6342993" y="2551967"/>
            <a:ext cx="113380" cy="116017"/>
          </a:xfrm>
          <a:prstGeom prst="don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108" name="Anillo 107">
            <a:extLst>
              <a:ext uri="{FF2B5EF4-FFF2-40B4-BE49-F238E27FC236}">
                <a16:creationId xmlns:a16="http://schemas.microsoft.com/office/drawing/2014/main" id="{4F6C8F09-0FF8-FE46-A1F7-799F2528A70D}"/>
              </a:ext>
            </a:extLst>
          </p:cNvPr>
          <p:cNvSpPr/>
          <p:nvPr/>
        </p:nvSpPr>
        <p:spPr>
          <a:xfrm>
            <a:off x="6347372" y="3104362"/>
            <a:ext cx="113380" cy="116017"/>
          </a:xfrm>
          <a:prstGeom prst="don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109" name="Marco 108">
            <a:extLst>
              <a:ext uri="{FF2B5EF4-FFF2-40B4-BE49-F238E27FC236}">
                <a16:creationId xmlns:a16="http://schemas.microsoft.com/office/drawing/2014/main" id="{559A25FA-75A7-E945-BFAE-C70079316E79}"/>
              </a:ext>
            </a:extLst>
          </p:cNvPr>
          <p:cNvSpPr/>
          <p:nvPr/>
        </p:nvSpPr>
        <p:spPr>
          <a:xfrm>
            <a:off x="5194980" y="1591748"/>
            <a:ext cx="2322007" cy="2006280"/>
          </a:xfrm>
          <a:prstGeom prst="frame">
            <a:avLst>
              <a:gd name="adj1" fmla="val 1503"/>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pic>
        <p:nvPicPr>
          <p:cNvPr id="110" name="Imagen 109">
            <a:extLst>
              <a:ext uri="{FF2B5EF4-FFF2-40B4-BE49-F238E27FC236}">
                <a16:creationId xmlns:a16="http://schemas.microsoft.com/office/drawing/2014/main" id="{6E4FBEE1-EA5F-6441-8C68-6B274D25674F}"/>
              </a:ext>
            </a:extLst>
          </p:cNvPr>
          <p:cNvPicPr>
            <a:picLocks noChangeAspect="1"/>
          </p:cNvPicPr>
          <p:nvPr/>
        </p:nvPicPr>
        <p:blipFill>
          <a:blip r:embed="rId8"/>
          <a:stretch>
            <a:fillRect/>
          </a:stretch>
        </p:blipFill>
        <p:spPr>
          <a:xfrm>
            <a:off x="5231101" y="4177280"/>
            <a:ext cx="1739900" cy="1168400"/>
          </a:xfrm>
          <a:prstGeom prst="rect">
            <a:avLst/>
          </a:prstGeom>
        </p:spPr>
      </p:pic>
      <p:sp>
        <p:nvSpPr>
          <p:cNvPr id="111" name="Marco 110">
            <a:extLst>
              <a:ext uri="{FF2B5EF4-FFF2-40B4-BE49-F238E27FC236}">
                <a16:creationId xmlns:a16="http://schemas.microsoft.com/office/drawing/2014/main" id="{9E8886EE-12B6-F648-88D4-3173FAEE2B25}"/>
              </a:ext>
            </a:extLst>
          </p:cNvPr>
          <p:cNvSpPr/>
          <p:nvPr/>
        </p:nvSpPr>
        <p:spPr>
          <a:xfrm>
            <a:off x="5578535" y="4170656"/>
            <a:ext cx="1046941" cy="1144024"/>
          </a:xfrm>
          <a:prstGeom prst="frame">
            <a:avLst>
              <a:gd name="adj1" fmla="val 1503"/>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112" name="Anillo 111">
            <a:extLst>
              <a:ext uri="{FF2B5EF4-FFF2-40B4-BE49-F238E27FC236}">
                <a16:creationId xmlns:a16="http://schemas.microsoft.com/office/drawing/2014/main" id="{15410E22-0833-884B-9B00-4409B52134BC}"/>
              </a:ext>
            </a:extLst>
          </p:cNvPr>
          <p:cNvSpPr/>
          <p:nvPr/>
        </p:nvSpPr>
        <p:spPr>
          <a:xfrm>
            <a:off x="6039069" y="4466818"/>
            <a:ext cx="113380" cy="116017"/>
          </a:xfrm>
          <a:prstGeom prst="don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113" name="Anillo 112">
            <a:extLst>
              <a:ext uri="{FF2B5EF4-FFF2-40B4-BE49-F238E27FC236}">
                <a16:creationId xmlns:a16="http://schemas.microsoft.com/office/drawing/2014/main" id="{A2B24AD5-F63D-5041-8481-53A76A8D7A32}"/>
              </a:ext>
            </a:extLst>
          </p:cNvPr>
          <p:cNvSpPr/>
          <p:nvPr/>
        </p:nvSpPr>
        <p:spPr>
          <a:xfrm>
            <a:off x="6049763" y="4979089"/>
            <a:ext cx="113380" cy="116017"/>
          </a:xfrm>
          <a:prstGeom prst="don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Tree>
    <p:extLst>
      <p:ext uri="{BB962C8B-B14F-4D97-AF65-F5344CB8AC3E}">
        <p14:creationId xmlns:p14="http://schemas.microsoft.com/office/powerpoint/2010/main" val="2045371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0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0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0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110"/>
                                        </p:tgtEl>
                                        <p:attrNameLst>
                                          <p:attrName>style.visibility</p:attrName>
                                        </p:attrNameLst>
                                      </p:cBhvr>
                                      <p:to>
                                        <p:strVal val="visible"/>
                                      </p:to>
                                    </p:set>
                                    <p:anim calcmode="lin" valueType="num">
                                      <p:cBhvr additive="base">
                                        <p:cTn id="85" dur="500" fill="hold"/>
                                        <p:tgtEl>
                                          <p:spTgt spid="110"/>
                                        </p:tgtEl>
                                        <p:attrNameLst>
                                          <p:attrName>ppt_x</p:attrName>
                                        </p:attrNameLst>
                                      </p:cBhvr>
                                      <p:tavLst>
                                        <p:tav tm="0">
                                          <p:val>
                                            <p:strVal val="#ppt_x"/>
                                          </p:val>
                                        </p:tav>
                                        <p:tav tm="100000">
                                          <p:val>
                                            <p:strVal val="#ppt_x"/>
                                          </p:val>
                                        </p:tav>
                                      </p:tavLst>
                                    </p:anim>
                                    <p:anim calcmode="lin" valueType="num">
                                      <p:cBhvr additive="base">
                                        <p:cTn id="86" dur="500" fill="hold"/>
                                        <p:tgtEl>
                                          <p:spTgt spid="110"/>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111"/>
                                        </p:tgtEl>
                                        <p:attrNameLst>
                                          <p:attrName>style.visibility</p:attrName>
                                        </p:attrNameLst>
                                      </p:cBhvr>
                                      <p:to>
                                        <p:strVal val="visible"/>
                                      </p:to>
                                    </p:set>
                                    <p:anim calcmode="lin" valueType="num">
                                      <p:cBhvr additive="base">
                                        <p:cTn id="89" dur="500" fill="hold"/>
                                        <p:tgtEl>
                                          <p:spTgt spid="111"/>
                                        </p:tgtEl>
                                        <p:attrNameLst>
                                          <p:attrName>ppt_x</p:attrName>
                                        </p:attrNameLst>
                                      </p:cBhvr>
                                      <p:tavLst>
                                        <p:tav tm="0">
                                          <p:val>
                                            <p:strVal val="#ppt_x"/>
                                          </p:val>
                                        </p:tav>
                                        <p:tav tm="100000">
                                          <p:val>
                                            <p:strVal val="#ppt_x"/>
                                          </p:val>
                                        </p:tav>
                                      </p:tavLst>
                                    </p:anim>
                                    <p:anim calcmode="lin" valueType="num">
                                      <p:cBhvr additive="base">
                                        <p:cTn id="90" dur="500" fill="hold"/>
                                        <p:tgtEl>
                                          <p:spTgt spid="111"/>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112"/>
                                        </p:tgtEl>
                                        <p:attrNameLst>
                                          <p:attrName>style.visibility</p:attrName>
                                        </p:attrNameLst>
                                      </p:cBhvr>
                                      <p:to>
                                        <p:strVal val="visible"/>
                                      </p:to>
                                    </p:set>
                                    <p:anim calcmode="lin" valueType="num">
                                      <p:cBhvr additive="base">
                                        <p:cTn id="93" dur="500" fill="hold"/>
                                        <p:tgtEl>
                                          <p:spTgt spid="112"/>
                                        </p:tgtEl>
                                        <p:attrNameLst>
                                          <p:attrName>ppt_x</p:attrName>
                                        </p:attrNameLst>
                                      </p:cBhvr>
                                      <p:tavLst>
                                        <p:tav tm="0">
                                          <p:val>
                                            <p:strVal val="#ppt_x"/>
                                          </p:val>
                                        </p:tav>
                                        <p:tav tm="100000">
                                          <p:val>
                                            <p:strVal val="#ppt_x"/>
                                          </p:val>
                                        </p:tav>
                                      </p:tavLst>
                                    </p:anim>
                                    <p:anim calcmode="lin" valueType="num">
                                      <p:cBhvr additive="base">
                                        <p:cTn id="94" dur="500" fill="hold"/>
                                        <p:tgtEl>
                                          <p:spTgt spid="112"/>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113"/>
                                        </p:tgtEl>
                                        <p:attrNameLst>
                                          <p:attrName>style.visibility</p:attrName>
                                        </p:attrNameLst>
                                      </p:cBhvr>
                                      <p:to>
                                        <p:strVal val="visible"/>
                                      </p:to>
                                    </p:set>
                                    <p:anim calcmode="lin" valueType="num">
                                      <p:cBhvr additive="base">
                                        <p:cTn id="97" dur="500" fill="hold"/>
                                        <p:tgtEl>
                                          <p:spTgt spid="113"/>
                                        </p:tgtEl>
                                        <p:attrNameLst>
                                          <p:attrName>ppt_x</p:attrName>
                                        </p:attrNameLst>
                                      </p:cBhvr>
                                      <p:tavLst>
                                        <p:tav tm="0">
                                          <p:val>
                                            <p:strVal val="#ppt_x"/>
                                          </p:val>
                                        </p:tav>
                                        <p:tav tm="100000">
                                          <p:val>
                                            <p:strVal val="#ppt_x"/>
                                          </p:val>
                                        </p:tav>
                                      </p:tavLst>
                                    </p:anim>
                                    <p:anim calcmode="lin" valueType="num">
                                      <p:cBhvr additive="base">
                                        <p:cTn id="98" dur="500" fill="hold"/>
                                        <p:tgtEl>
                                          <p:spTgt spid="113"/>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1" nodeType="clickEffect">
                                  <p:stCondLst>
                                    <p:cond delay="0"/>
                                  </p:stCondLst>
                                  <p:childTnLst>
                                    <p:set>
                                      <p:cBhvr>
                                        <p:cTn id="102" dur="1" fill="hold">
                                          <p:stCondLst>
                                            <p:cond delay="0"/>
                                          </p:stCondLst>
                                        </p:cTn>
                                        <p:tgtEl>
                                          <p:spTgt spid="13"/>
                                        </p:tgtEl>
                                        <p:attrNameLst>
                                          <p:attrName>style.visibility</p:attrName>
                                        </p:attrNameLst>
                                      </p:cBhvr>
                                      <p:to>
                                        <p:strVal val="visible"/>
                                      </p:to>
                                    </p:set>
                                    <p:animEffect transition="in" filter="blinds(horizontal)">
                                      <p:cBhvr>
                                        <p:cTn id="103" dur="500"/>
                                        <p:tgtEl>
                                          <p:spTgt spid="13"/>
                                        </p:tgtEl>
                                      </p:cBhvr>
                                    </p:animEffect>
                                  </p:childTnLst>
                                </p:cTn>
                              </p:par>
                              <p:par>
                                <p:cTn id="104" presetID="3" presetClass="entr" presetSubtype="10" fill="hold" grpId="1" nodeType="withEffect">
                                  <p:stCondLst>
                                    <p:cond delay="0"/>
                                  </p:stCondLst>
                                  <p:childTnLst>
                                    <p:set>
                                      <p:cBhvr>
                                        <p:cTn id="105" dur="1" fill="hold">
                                          <p:stCondLst>
                                            <p:cond delay="0"/>
                                          </p:stCondLst>
                                        </p:cTn>
                                        <p:tgtEl>
                                          <p:spTgt spid="14"/>
                                        </p:tgtEl>
                                        <p:attrNameLst>
                                          <p:attrName>style.visibility</p:attrName>
                                        </p:attrNameLst>
                                      </p:cBhvr>
                                      <p:to>
                                        <p:strVal val="visible"/>
                                      </p:to>
                                    </p:set>
                                    <p:animEffect transition="in" filter="blinds(horizontal)">
                                      <p:cBhvr>
                                        <p:cTn id="106" dur="500"/>
                                        <p:tgtEl>
                                          <p:spTgt spid="14"/>
                                        </p:tgtEl>
                                      </p:cBhvr>
                                    </p:animEffect>
                                  </p:childTnLst>
                                </p:cTn>
                              </p:par>
                              <p:par>
                                <p:cTn id="107" presetID="3" presetClass="entr" presetSubtype="10" fill="hold" grpId="1" nodeType="withEffect">
                                  <p:stCondLst>
                                    <p:cond delay="0"/>
                                  </p:stCondLst>
                                  <p:childTnLst>
                                    <p:set>
                                      <p:cBhvr>
                                        <p:cTn id="108" dur="1" fill="hold">
                                          <p:stCondLst>
                                            <p:cond delay="0"/>
                                          </p:stCondLst>
                                        </p:cTn>
                                        <p:tgtEl>
                                          <p:spTgt spid="15"/>
                                        </p:tgtEl>
                                        <p:attrNameLst>
                                          <p:attrName>style.visibility</p:attrName>
                                        </p:attrNameLst>
                                      </p:cBhvr>
                                      <p:to>
                                        <p:strVal val="visible"/>
                                      </p:to>
                                    </p:set>
                                    <p:animEffect transition="in" filter="blinds(horizontal)">
                                      <p:cBhvr>
                                        <p:cTn id="109" dur="500"/>
                                        <p:tgtEl>
                                          <p:spTgt spid="15"/>
                                        </p:tgtEl>
                                      </p:cBhvr>
                                    </p:animEffect>
                                  </p:childTnLst>
                                </p:cTn>
                              </p:par>
                              <p:par>
                                <p:cTn id="110" presetID="3" presetClass="entr" presetSubtype="10" fill="hold" grpId="1" nodeType="withEffect">
                                  <p:stCondLst>
                                    <p:cond delay="0"/>
                                  </p:stCondLst>
                                  <p:childTnLst>
                                    <p:set>
                                      <p:cBhvr>
                                        <p:cTn id="111" dur="1" fill="hold">
                                          <p:stCondLst>
                                            <p:cond delay="0"/>
                                          </p:stCondLst>
                                        </p:cTn>
                                        <p:tgtEl>
                                          <p:spTgt spid="16"/>
                                        </p:tgtEl>
                                        <p:attrNameLst>
                                          <p:attrName>style.visibility</p:attrName>
                                        </p:attrNameLst>
                                      </p:cBhvr>
                                      <p:to>
                                        <p:strVal val="visible"/>
                                      </p:to>
                                    </p:set>
                                    <p:animEffect transition="in" filter="blinds(horizontal)">
                                      <p:cBhvr>
                                        <p:cTn id="112" dur="500"/>
                                        <p:tgtEl>
                                          <p:spTgt spid="16"/>
                                        </p:tgtEl>
                                      </p:cBhvr>
                                    </p:animEffect>
                                  </p:childTnLst>
                                </p:cTn>
                              </p:par>
                              <p:par>
                                <p:cTn id="113" presetID="3" presetClass="entr" presetSubtype="10" fill="hold" grpId="1" nodeType="withEffect">
                                  <p:stCondLst>
                                    <p:cond delay="0"/>
                                  </p:stCondLst>
                                  <p:childTnLst>
                                    <p:set>
                                      <p:cBhvr>
                                        <p:cTn id="114" dur="1" fill="hold">
                                          <p:stCondLst>
                                            <p:cond delay="0"/>
                                          </p:stCondLst>
                                        </p:cTn>
                                        <p:tgtEl>
                                          <p:spTgt spid="17"/>
                                        </p:tgtEl>
                                        <p:attrNameLst>
                                          <p:attrName>style.visibility</p:attrName>
                                        </p:attrNameLst>
                                      </p:cBhvr>
                                      <p:to>
                                        <p:strVal val="visible"/>
                                      </p:to>
                                    </p:set>
                                    <p:animEffect transition="in" filter="blinds(horizontal)">
                                      <p:cBhvr>
                                        <p:cTn id="115" dur="500"/>
                                        <p:tgtEl>
                                          <p:spTgt spid="17"/>
                                        </p:tgtEl>
                                      </p:cBhvr>
                                    </p:animEffect>
                                  </p:childTnLst>
                                </p:cTn>
                              </p:par>
                              <p:par>
                                <p:cTn id="116" presetID="3" presetClass="entr" presetSubtype="10" fill="hold" grpId="1" nodeType="withEffect">
                                  <p:stCondLst>
                                    <p:cond delay="0"/>
                                  </p:stCondLst>
                                  <p:childTnLst>
                                    <p:set>
                                      <p:cBhvr>
                                        <p:cTn id="117" dur="1" fill="hold">
                                          <p:stCondLst>
                                            <p:cond delay="0"/>
                                          </p:stCondLst>
                                        </p:cTn>
                                        <p:tgtEl>
                                          <p:spTgt spid="18"/>
                                        </p:tgtEl>
                                        <p:attrNameLst>
                                          <p:attrName>style.visibility</p:attrName>
                                        </p:attrNameLst>
                                      </p:cBhvr>
                                      <p:to>
                                        <p:strVal val="visible"/>
                                      </p:to>
                                    </p:set>
                                    <p:animEffect transition="in" filter="blinds(horizontal)">
                                      <p:cBhvr>
                                        <p:cTn id="118" dur="500"/>
                                        <p:tgtEl>
                                          <p:spTgt spid="18"/>
                                        </p:tgtEl>
                                      </p:cBhvr>
                                    </p:animEffect>
                                  </p:childTnLst>
                                </p:cTn>
                              </p:par>
                              <p:par>
                                <p:cTn id="119" presetID="3" presetClass="entr" presetSubtype="10" fill="hold" grpId="2" nodeType="withEffect">
                                  <p:stCondLst>
                                    <p:cond delay="0"/>
                                  </p:stCondLst>
                                  <p:childTnLst>
                                    <p:set>
                                      <p:cBhvr>
                                        <p:cTn id="120" dur="1" fill="hold">
                                          <p:stCondLst>
                                            <p:cond delay="0"/>
                                          </p:stCondLst>
                                        </p:cTn>
                                        <p:tgtEl>
                                          <p:spTgt spid="19"/>
                                        </p:tgtEl>
                                        <p:attrNameLst>
                                          <p:attrName>style.visibility</p:attrName>
                                        </p:attrNameLst>
                                      </p:cBhvr>
                                      <p:to>
                                        <p:strVal val="visible"/>
                                      </p:to>
                                    </p:set>
                                    <p:animEffect transition="in" filter="blinds(horizontal)">
                                      <p:cBhvr>
                                        <p:cTn id="121" dur="500"/>
                                        <p:tgtEl>
                                          <p:spTgt spid="19"/>
                                        </p:tgtEl>
                                      </p:cBhvr>
                                    </p:animEffect>
                                  </p:childTnLst>
                                </p:cTn>
                              </p:par>
                              <p:par>
                                <p:cTn id="122" presetID="3" presetClass="entr" presetSubtype="10" fill="hold" grpId="1" nodeType="withEffect">
                                  <p:stCondLst>
                                    <p:cond delay="0"/>
                                  </p:stCondLst>
                                  <p:childTnLst>
                                    <p:set>
                                      <p:cBhvr>
                                        <p:cTn id="123" dur="1" fill="hold">
                                          <p:stCondLst>
                                            <p:cond delay="0"/>
                                          </p:stCondLst>
                                        </p:cTn>
                                        <p:tgtEl>
                                          <p:spTgt spid="22"/>
                                        </p:tgtEl>
                                        <p:attrNameLst>
                                          <p:attrName>style.visibility</p:attrName>
                                        </p:attrNameLst>
                                      </p:cBhvr>
                                      <p:to>
                                        <p:strVal val="visible"/>
                                      </p:to>
                                    </p:set>
                                    <p:animEffect transition="in" filter="blinds(horizontal)">
                                      <p:cBhvr>
                                        <p:cTn id="124" dur="500"/>
                                        <p:tgtEl>
                                          <p:spTgt spid="22"/>
                                        </p:tgtEl>
                                      </p:cBhvr>
                                    </p:animEffect>
                                  </p:childTnLst>
                                </p:cTn>
                              </p:par>
                              <p:par>
                                <p:cTn id="125" presetID="3" presetClass="entr" presetSubtype="10" fill="hold" grpId="1" nodeType="withEffect">
                                  <p:stCondLst>
                                    <p:cond delay="0"/>
                                  </p:stCondLst>
                                  <p:childTnLst>
                                    <p:set>
                                      <p:cBhvr>
                                        <p:cTn id="126" dur="1" fill="hold">
                                          <p:stCondLst>
                                            <p:cond delay="0"/>
                                          </p:stCondLst>
                                        </p:cTn>
                                        <p:tgtEl>
                                          <p:spTgt spid="23"/>
                                        </p:tgtEl>
                                        <p:attrNameLst>
                                          <p:attrName>style.visibility</p:attrName>
                                        </p:attrNameLst>
                                      </p:cBhvr>
                                      <p:to>
                                        <p:strVal val="visible"/>
                                      </p:to>
                                    </p:set>
                                    <p:animEffect transition="in" filter="blinds(horizontal)">
                                      <p:cBhvr>
                                        <p:cTn id="127" dur="500"/>
                                        <p:tgtEl>
                                          <p:spTgt spid="23"/>
                                        </p:tgtEl>
                                      </p:cBhvr>
                                    </p:animEffect>
                                  </p:childTnLst>
                                </p:cTn>
                              </p:par>
                              <p:par>
                                <p:cTn id="128" presetID="3" presetClass="entr" presetSubtype="10" fill="hold" grpId="1" nodeType="withEffect">
                                  <p:stCondLst>
                                    <p:cond delay="0"/>
                                  </p:stCondLst>
                                  <p:childTnLst>
                                    <p:set>
                                      <p:cBhvr>
                                        <p:cTn id="129" dur="1" fill="hold">
                                          <p:stCondLst>
                                            <p:cond delay="0"/>
                                          </p:stCondLst>
                                        </p:cTn>
                                        <p:tgtEl>
                                          <p:spTgt spid="24"/>
                                        </p:tgtEl>
                                        <p:attrNameLst>
                                          <p:attrName>style.visibility</p:attrName>
                                        </p:attrNameLst>
                                      </p:cBhvr>
                                      <p:to>
                                        <p:strVal val="visible"/>
                                      </p:to>
                                    </p:set>
                                    <p:animEffect transition="in" filter="blinds(horizontal)">
                                      <p:cBhvr>
                                        <p:cTn id="130" dur="500"/>
                                        <p:tgtEl>
                                          <p:spTgt spid="24"/>
                                        </p:tgtEl>
                                      </p:cBhvr>
                                    </p:animEffect>
                                  </p:childTnLst>
                                </p:cTn>
                              </p:par>
                              <p:par>
                                <p:cTn id="131" presetID="3" presetClass="entr" presetSubtype="10" fill="hold" grpId="1" nodeType="withEffect">
                                  <p:stCondLst>
                                    <p:cond delay="0"/>
                                  </p:stCondLst>
                                  <p:childTnLst>
                                    <p:set>
                                      <p:cBhvr>
                                        <p:cTn id="132" dur="1" fill="hold">
                                          <p:stCondLst>
                                            <p:cond delay="0"/>
                                          </p:stCondLst>
                                        </p:cTn>
                                        <p:tgtEl>
                                          <p:spTgt spid="25"/>
                                        </p:tgtEl>
                                        <p:attrNameLst>
                                          <p:attrName>style.visibility</p:attrName>
                                        </p:attrNameLst>
                                      </p:cBhvr>
                                      <p:to>
                                        <p:strVal val="visible"/>
                                      </p:to>
                                    </p:set>
                                    <p:animEffect transition="in" filter="blinds(horizontal)">
                                      <p:cBhvr>
                                        <p:cTn id="133" dur="500"/>
                                        <p:tgtEl>
                                          <p:spTgt spid="25"/>
                                        </p:tgtEl>
                                      </p:cBhvr>
                                    </p:animEffect>
                                  </p:childTnLst>
                                </p:cTn>
                              </p:par>
                              <p:par>
                                <p:cTn id="134" presetID="3" presetClass="entr" presetSubtype="10" fill="hold" grpId="1" nodeType="withEffect">
                                  <p:stCondLst>
                                    <p:cond delay="0"/>
                                  </p:stCondLst>
                                  <p:childTnLst>
                                    <p:set>
                                      <p:cBhvr>
                                        <p:cTn id="135" dur="1" fill="hold">
                                          <p:stCondLst>
                                            <p:cond delay="0"/>
                                          </p:stCondLst>
                                        </p:cTn>
                                        <p:tgtEl>
                                          <p:spTgt spid="26"/>
                                        </p:tgtEl>
                                        <p:attrNameLst>
                                          <p:attrName>style.visibility</p:attrName>
                                        </p:attrNameLst>
                                      </p:cBhvr>
                                      <p:to>
                                        <p:strVal val="visible"/>
                                      </p:to>
                                    </p:set>
                                    <p:animEffect transition="in" filter="blinds(horizontal)">
                                      <p:cBhvr>
                                        <p:cTn id="136" dur="500"/>
                                        <p:tgtEl>
                                          <p:spTgt spid="26"/>
                                        </p:tgtEl>
                                      </p:cBhvr>
                                    </p:animEffect>
                                  </p:childTnLst>
                                </p:cTn>
                              </p:par>
                              <p:par>
                                <p:cTn id="137" presetID="3" presetClass="entr" presetSubtype="10" fill="hold" grpId="1" nodeType="withEffect">
                                  <p:stCondLst>
                                    <p:cond delay="0"/>
                                  </p:stCondLst>
                                  <p:childTnLst>
                                    <p:set>
                                      <p:cBhvr>
                                        <p:cTn id="138" dur="1" fill="hold">
                                          <p:stCondLst>
                                            <p:cond delay="0"/>
                                          </p:stCondLst>
                                        </p:cTn>
                                        <p:tgtEl>
                                          <p:spTgt spid="27"/>
                                        </p:tgtEl>
                                        <p:attrNameLst>
                                          <p:attrName>style.visibility</p:attrName>
                                        </p:attrNameLst>
                                      </p:cBhvr>
                                      <p:to>
                                        <p:strVal val="visible"/>
                                      </p:to>
                                    </p:set>
                                    <p:animEffect transition="in" filter="blinds(horizontal)">
                                      <p:cBhvr>
                                        <p:cTn id="139" dur="500"/>
                                        <p:tgtEl>
                                          <p:spTgt spid="27"/>
                                        </p:tgtEl>
                                      </p:cBhvr>
                                    </p:animEffect>
                                  </p:childTnLst>
                                </p:cTn>
                              </p:par>
                              <p:par>
                                <p:cTn id="140" presetID="3" presetClass="entr" presetSubtype="10" fill="hold" grpId="1" nodeType="withEffect">
                                  <p:stCondLst>
                                    <p:cond delay="0"/>
                                  </p:stCondLst>
                                  <p:childTnLst>
                                    <p:set>
                                      <p:cBhvr>
                                        <p:cTn id="141" dur="1" fill="hold">
                                          <p:stCondLst>
                                            <p:cond delay="0"/>
                                          </p:stCondLst>
                                        </p:cTn>
                                        <p:tgtEl>
                                          <p:spTgt spid="28"/>
                                        </p:tgtEl>
                                        <p:attrNameLst>
                                          <p:attrName>style.visibility</p:attrName>
                                        </p:attrNameLst>
                                      </p:cBhvr>
                                      <p:to>
                                        <p:strVal val="visible"/>
                                      </p:to>
                                    </p:set>
                                    <p:animEffect transition="in" filter="blinds(horizontal)">
                                      <p:cBhvr>
                                        <p:cTn id="142" dur="500"/>
                                        <p:tgtEl>
                                          <p:spTgt spid="28"/>
                                        </p:tgtEl>
                                      </p:cBhvr>
                                    </p:animEffect>
                                  </p:childTnLst>
                                </p:cTn>
                              </p:par>
                              <p:par>
                                <p:cTn id="143" presetID="3" presetClass="entr" presetSubtype="10" fill="hold" grpId="0" nodeType="withEffect">
                                  <p:stCondLst>
                                    <p:cond delay="0"/>
                                  </p:stCondLst>
                                  <p:childTnLst>
                                    <p:set>
                                      <p:cBhvr>
                                        <p:cTn id="144" dur="1" fill="hold">
                                          <p:stCondLst>
                                            <p:cond delay="0"/>
                                          </p:stCondLst>
                                        </p:cTn>
                                        <p:tgtEl>
                                          <p:spTgt spid="29"/>
                                        </p:tgtEl>
                                        <p:attrNameLst>
                                          <p:attrName>style.visibility</p:attrName>
                                        </p:attrNameLst>
                                      </p:cBhvr>
                                      <p:to>
                                        <p:strVal val="visible"/>
                                      </p:to>
                                    </p:set>
                                    <p:animEffect transition="in" filter="blinds(horizontal)">
                                      <p:cBhvr>
                                        <p:cTn id="145" dur="500"/>
                                        <p:tgtEl>
                                          <p:spTgt spid="29"/>
                                        </p:tgtEl>
                                      </p:cBhvr>
                                    </p:animEffect>
                                  </p:childTnLst>
                                </p:cTn>
                              </p:par>
                              <p:par>
                                <p:cTn id="146" presetID="3" presetClass="entr" presetSubtype="10" fill="hold" grpId="0" nodeType="withEffect">
                                  <p:stCondLst>
                                    <p:cond delay="0"/>
                                  </p:stCondLst>
                                  <p:childTnLst>
                                    <p:set>
                                      <p:cBhvr>
                                        <p:cTn id="147" dur="1" fill="hold">
                                          <p:stCondLst>
                                            <p:cond delay="0"/>
                                          </p:stCondLst>
                                        </p:cTn>
                                        <p:tgtEl>
                                          <p:spTgt spid="30"/>
                                        </p:tgtEl>
                                        <p:attrNameLst>
                                          <p:attrName>style.visibility</p:attrName>
                                        </p:attrNameLst>
                                      </p:cBhvr>
                                      <p:to>
                                        <p:strVal val="visible"/>
                                      </p:to>
                                    </p:set>
                                    <p:animEffect transition="in" filter="blinds(horizontal)">
                                      <p:cBhvr>
                                        <p:cTn id="148" dur="500"/>
                                        <p:tgtEl>
                                          <p:spTgt spid="30"/>
                                        </p:tgtEl>
                                      </p:cBhvr>
                                    </p:animEffect>
                                  </p:childTnLst>
                                </p:cTn>
                              </p:par>
                              <p:par>
                                <p:cTn id="149" presetID="3" presetClass="entr" presetSubtype="10" fill="hold" grpId="0" nodeType="withEffect">
                                  <p:stCondLst>
                                    <p:cond delay="0"/>
                                  </p:stCondLst>
                                  <p:childTnLst>
                                    <p:set>
                                      <p:cBhvr>
                                        <p:cTn id="150" dur="1" fill="hold">
                                          <p:stCondLst>
                                            <p:cond delay="0"/>
                                          </p:stCondLst>
                                        </p:cTn>
                                        <p:tgtEl>
                                          <p:spTgt spid="31"/>
                                        </p:tgtEl>
                                        <p:attrNameLst>
                                          <p:attrName>style.visibility</p:attrName>
                                        </p:attrNameLst>
                                      </p:cBhvr>
                                      <p:to>
                                        <p:strVal val="visible"/>
                                      </p:to>
                                    </p:set>
                                    <p:animEffect transition="in" filter="blinds(horizontal)">
                                      <p:cBhvr>
                                        <p:cTn id="151" dur="500"/>
                                        <p:tgtEl>
                                          <p:spTgt spid="31"/>
                                        </p:tgtEl>
                                      </p:cBhvr>
                                    </p:animEffect>
                                  </p:childTnLst>
                                </p:cTn>
                              </p:par>
                              <p:par>
                                <p:cTn id="152" presetID="3" presetClass="entr" presetSubtype="10" fill="hold" grpId="0" nodeType="withEffect">
                                  <p:stCondLst>
                                    <p:cond delay="0"/>
                                  </p:stCondLst>
                                  <p:childTnLst>
                                    <p:set>
                                      <p:cBhvr>
                                        <p:cTn id="153" dur="1" fill="hold">
                                          <p:stCondLst>
                                            <p:cond delay="0"/>
                                          </p:stCondLst>
                                        </p:cTn>
                                        <p:tgtEl>
                                          <p:spTgt spid="32"/>
                                        </p:tgtEl>
                                        <p:attrNameLst>
                                          <p:attrName>style.visibility</p:attrName>
                                        </p:attrNameLst>
                                      </p:cBhvr>
                                      <p:to>
                                        <p:strVal val="visible"/>
                                      </p:to>
                                    </p:set>
                                    <p:animEffect transition="in" filter="blinds(horizontal)">
                                      <p:cBhvr>
                                        <p:cTn id="154" dur="500"/>
                                        <p:tgtEl>
                                          <p:spTgt spid="32"/>
                                        </p:tgtEl>
                                      </p:cBhvr>
                                    </p:animEffect>
                                  </p:childTnLst>
                                </p:cTn>
                              </p:par>
                              <p:par>
                                <p:cTn id="155" presetID="3" presetClass="entr" presetSubtype="10" fill="hold" grpId="0" nodeType="withEffect">
                                  <p:stCondLst>
                                    <p:cond delay="0"/>
                                  </p:stCondLst>
                                  <p:childTnLst>
                                    <p:set>
                                      <p:cBhvr>
                                        <p:cTn id="156" dur="1" fill="hold">
                                          <p:stCondLst>
                                            <p:cond delay="0"/>
                                          </p:stCondLst>
                                        </p:cTn>
                                        <p:tgtEl>
                                          <p:spTgt spid="33"/>
                                        </p:tgtEl>
                                        <p:attrNameLst>
                                          <p:attrName>style.visibility</p:attrName>
                                        </p:attrNameLst>
                                      </p:cBhvr>
                                      <p:to>
                                        <p:strVal val="visible"/>
                                      </p:to>
                                    </p:set>
                                    <p:animEffect transition="in" filter="blinds(horizontal)">
                                      <p:cBhvr>
                                        <p:cTn id="157" dur="500"/>
                                        <p:tgtEl>
                                          <p:spTgt spid="33"/>
                                        </p:tgtEl>
                                      </p:cBhvr>
                                    </p:animEffect>
                                  </p:childTnLst>
                                </p:cTn>
                              </p:par>
                              <p:par>
                                <p:cTn id="158" presetID="3" presetClass="entr" presetSubtype="10" fill="hold" grpId="0" nodeType="withEffect">
                                  <p:stCondLst>
                                    <p:cond delay="0"/>
                                  </p:stCondLst>
                                  <p:childTnLst>
                                    <p:set>
                                      <p:cBhvr>
                                        <p:cTn id="159" dur="1" fill="hold">
                                          <p:stCondLst>
                                            <p:cond delay="0"/>
                                          </p:stCondLst>
                                        </p:cTn>
                                        <p:tgtEl>
                                          <p:spTgt spid="34"/>
                                        </p:tgtEl>
                                        <p:attrNameLst>
                                          <p:attrName>style.visibility</p:attrName>
                                        </p:attrNameLst>
                                      </p:cBhvr>
                                      <p:to>
                                        <p:strVal val="visible"/>
                                      </p:to>
                                    </p:set>
                                    <p:animEffect transition="in" filter="blinds(horizontal)">
                                      <p:cBhvr>
                                        <p:cTn id="160" dur="500"/>
                                        <p:tgtEl>
                                          <p:spTgt spid="34"/>
                                        </p:tgtEl>
                                      </p:cBhvr>
                                    </p:animEffect>
                                  </p:childTnLst>
                                </p:cTn>
                              </p:par>
                              <p:par>
                                <p:cTn id="161" presetID="3" presetClass="entr" presetSubtype="10" fill="hold" grpId="0" nodeType="withEffect">
                                  <p:stCondLst>
                                    <p:cond delay="0"/>
                                  </p:stCondLst>
                                  <p:childTnLst>
                                    <p:set>
                                      <p:cBhvr>
                                        <p:cTn id="162" dur="1" fill="hold">
                                          <p:stCondLst>
                                            <p:cond delay="0"/>
                                          </p:stCondLst>
                                        </p:cTn>
                                        <p:tgtEl>
                                          <p:spTgt spid="35"/>
                                        </p:tgtEl>
                                        <p:attrNameLst>
                                          <p:attrName>style.visibility</p:attrName>
                                        </p:attrNameLst>
                                      </p:cBhvr>
                                      <p:to>
                                        <p:strVal val="visible"/>
                                      </p:to>
                                    </p:set>
                                    <p:animEffect transition="in" filter="blinds(horizontal)">
                                      <p:cBhvr>
                                        <p:cTn id="163" dur="500"/>
                                        <p:tgtEl>
                                          <p:spTgt spid="35"/>
                                        </p:tgtEl>
                                      </p:cBhvr>
                                    </p:animEffect>
                                  </p:childTnLst>
                                </p:cTn>
                              </p:par>
                              <p:par>
                                <p:cTn id="164" presetID="3" presetClass="entr" presetSubtype="10" fill="hold" grpId="0" nodeType="withEffect">
                                  <p:stCondLst>
                                    <p:cond delay="0"/>
                                  </p:stCondLst>
                                  <p:childTnLst>
                                    <p:set>
                                      <p:cBhvr>
                                        <p:cTn id="165" dur="1" fill="hold">
                                          <p:stCondLst>
                                            <p:cond delay="0"/>
                                          </p:stCondLst>
                                        </p:cTn>
                                        <p:tgtEl>
                                          <p:spTgt spid="36"/>
                                        </p:tgtEl>
                                        <p:attrNameLst>
                                          <p:attrName>style.visibility</p:attrName>
                                        </p:attrNameLst>
                                      </p:cBhvr>
                                      <p:to>
                                        <p:strVal val="visible"/>
                                      </p:to>
                                    </p:set>
                                    <p:animEffect transition="in" filter="blinds(horizontal)">
                                      <p:cBhvr>
                                        <p:cTn id="166" dur="500"/>
                                        <p:tgtEl>
                                          <p:spTgt spid="36"/>
                                        </p:tgtEl>
                                      </p:cBhvr>
                                    </p:animEffect>
                                  </p:childTnLst>
                                </p:cTn>
                              </p:par>
                              <p:par>
                                <p:cTn id="167" presetID="3" presetClass="entr" presetSubtype="10" fill="hold" grpId="0" nodeType="withEffect">
                                  <p:stCondLst>
                                    <p:cond delay="0"/>
                                  </p:stCondLst>
                                  <p:childTnLst>
                                    <p:set>
                                      <p:cBhvr>
                                        <p:cTn id="168" dur="1" fill="hold">
                                          <p:stCondLst>
                                            <p:cond delay="0"/>
                                          </p:stCondLst>
                                        </p:cTn>
                                        <p:tgtEl>
                                          <p:spTgt spid="37"/>
                                        </p:tgtEl>
                                        <p:attrNameLst>
                                          <p:attrName>style.visibility</p:attrName>
                                        </p:attrNameLst>
                                      </p:cBhvr>
                                      <p:to>
                                        <p:strVal val="visible"/>
                                      </p:to>
                                    </p:set>
                                    <p:animEffect transition="in" filter="blinds(horizontal)">
                                      <p:cBhvr>
                                        <p:cTn id="169" dur="500"/>
                                        <p:tgtEl>
                                          <p:spTgt spid="37"/>
                                        </p:tgtEl>
                                      </p:cBhvr>
                                    </p:animEffect>
                                  </p:childTnLst>
                                </p:cTn>
                              </p:par>
                              <p:par>
                                <p:cTn id="170" presetID="3" presetClass="entr" presetSubtype="10" fill="hold" grpId="0" nodeType="withEffect">
                                  <p:stCondLst>
                                    <p:cond delay="0"/>
                                  </p:stCondLst>
                                  <p:childTnLst>
                                    <p:set>
                                      <p:cBhvr>
                                        <p:cTn id="171" dur="1" fill="hold">
                                          <p:stCondLst>
                                            <p:cond delay="0"/>
                                          </p:stCondLst>
                                        </p:cTn>
                                        <p:tgtEl>
                                          <p:spTgt spid="38"/>
                                        </p:tgtEl>
                                        <p:attrNameLst>
                                          <p:attrName>style.visibility</p:attrName>
                                        </p:attrNameLst>
                                      </p:cBhvr>
                                      <p:to>
                                        <p:strVal val="visible"/>
                                      </p:to>
                                    </p:set>
                                    <p:animEffect transition="in" filter="blinds(horizontal)">
                                      <p:cBhvr>
                                        <p:cTn id="172" dur="500"/>
                                        <p:tgtEl>
                                          <p:spTgt spid="38"/>
                                        </p:tgtEl>
                                      </p:cBhvr>
                                    </p:animEffect>
                                  </p:childTnLst>
                                </p:cTn>
                              </p:par>
                              <p:par>
                                <p:cTn id="173" presetID="3" presetClass="entr" presetSubtype="10" fill="hold" grpId="0" nodeType="withEffect">
                                  <p:stCondLst>
                                    <p:cond delay="0"/>
                                  </p:stCondLst>
                                  <p:childTnLst>
                                    <p:set>
                                      <p:cBhvr>
                                        <p:cTn id="174" dur="1" fill="hold">
                                          <p:stCondLst>
                                            <p:cond delay="0"/>
                                          </p:stCondLst>
                                        </p:cTn>
                                        <p:tgtEl>
                                          <p:spTgt spid="39"/>
                                        </p:tgtEl>
                                        <p:attrNameLst>
                                          <p:attrName>style.visibility</p:attrName>
                                        </p:attrNameLst>
                                      </p:cBhvr>
                                      <p:to>
                                        <p:strVal val="visible"/>
                                      </p:to>
                                    </p:set>
                                    <p:animEffect transition="in" filter="blinds(horizontal)">
                                      <p:cBhvr>
                                        <p:cTn id="175" dur="500"/>
                                        <p:tgtEl>
                                          <p:spTgt spid="39"/>
                                        </p:tgtEl>
                                      </p:cBhvr>
                                    </p:animEffect>
                                  </p:childTnLst>
                                </p:cTn>
                              </p:par>
                              <p:par>
                                <p:cTn id="176" presetID="3" presetClass="entr" presetSubtype="10" fill="hold" grpId="0" nodeType="withEffect">
                                  <p:stCondLst>
                                    <p:cond delay="0"/>
                                  </p:stCondLst>
                                  <p:childTnLst>
                                    <p:set>
                                      <p:cBhvr>
                                        <p:cTn id="177" dur="1" fill="hold">
                                          <p:stCondLst>
                                            <p:cond delay="0"/>
                                          </p:stCondLst>
                                        </p:cTn>
                                        <p:tgtEl>
                                          <p:spTgt spid="40"/>
                                        </p:tgtEl>
                                        <p:attrNameLst>
                                          <p:attrName>style.visibility</p:attrName>
                                        </p:attrNameLst>
                                      </p:cBhvr>
                                      <p:to>
                                        <p:strVal val="visible"/>
                                      </p:to>
                                    </p:set>
                                    <p:animEffect transition="in" filter="blinds(horizontal)">
                                      <p:cBhvr>
                                        <p:cTn id="178" dur="500"/>
                                        <p:tgtEl>
                                          <p:spTgt spid="40"/>
                                        </p:tgtEl>
                                      </p:cBhvr>
                                    </p:animEffect>
                                  </p:childTnLst>
                                </p:cTn>
                              </p:par>
                              <p:par>
                                <p:cTn id="179" presetID="3" presetClass="entr" presetSubtype="10" fill="hold" grpId="0" nodeType="withEffect">
                                  <p:stCondLst>
                                    <p:cond delay="0"/>
                                  </p:stCondLst>
                                  <p:childTnLst>
                                    <p:set>
                                      <p:cBhvr>
                                        <p:cTn id="180" dur="1" fill="hold">
                                          <p:stCondLst>
                                            <p:cond delay="0"/>
                                          </p:stCondLst>
                                        </p:cTn>
                                        <p:tgtEl>
                                          <p:spTgt spid="41"/>
                                        </p:tgtEl>
                                        <p:attrNameLst>
                                          <p:attrName>style.visibility</p:attrName>
                                        </p:attrNameLst>
                                      </p:cBhvr>
                                      <p:to>
                                        <p:strVal val="visible"/>
                                      </p:to>
                                    </p:set>
                                    <p:animEffect transition="in" filter="blinds(horizontal)">
                                      <p:cBhvr>
                                        <p:cTn id="181" dur="500"/>
                                        <p:tgtEl>
                                          <p:spTgt spid="41"/>
                                        </p:tgtEl>
                                      </p:cBhvr>
                                    </p:animEffect>
                                  </p:childTnLst>
                                </p:cTn>
                              </p:par>
                              <p:par>
                                <p:cTn id="182" presetID="3" presetClass="entr" presetSubtype="10" fill="hold" grpId="0" nodeType="withEffect">
                                  <p:stCondLst>
                                    <p:cond delay="0"/>
                                  </p:stCondLst>
                                  <p:childTnLst>
                                    <p:set>
                                      <p:cBhvr>
                                        <p:cTn id="183" dur="1" fill="hold">
                                          <p:stCondLst>
                                            <p:cond delay="0"/>
                                          </p:stCondLst>
                                        </p:cTn>
                                        <p:tgtEl>
                                          <p:spTgt spid="42"/>
                                        </p:tgtEl>
                                        <p:attrNameLst>
                                          <p:attrName>style.visibility</p:attrName>
                                        </p:attrNameLst>
                                      </p:cBhvr>
                                      <p:to>
                                        <p:strVal val="visible"/>
                                      </p:to>
                                    </p:set>
                                    <p:animEffect transition="in" filter="blinds(horizontal)">
                                      <p:cBhvr>
                                        <p:cTn id="184" dur="500"/>
                                        <p:tgtEl>
                                          <p:spTgt spid="42"/>
                                        </p:tgtEl>
                                      </p:cBhvr>
                                    </p:animEffect>
                                  </p:childTnLst>
                                </p:cTn>
                              </p:par>
                              <p:par>
                                <p:cTn id="185" presetID="3" presetClass="entr" presetSubtype="10" fill="hold" grpId="0" nodeType="withEffect">
                                  <p:stCondLst>
                                    <p:cond delay="0"/>
                                  </p:stCondLst>
                                  <p:childTnLst>
                                    <p:set>
                                      <p:cBhvr>
                                        <p:cTn id="186" dur="1" fill="hold">
                                          <p:stCondLst>
                                            <p:cond delay="0"/>
                                          </p:stCondLst>
                                        </p:cTn>
                                        <p:tgtEl>
                                          <p:spTgt spid="43"/>
                                        </p:tgtEl>
                                        <p:attrNameLst>
                                          <p:attrName>style.visibility</p:attrName>
                                        </p:attrNameLst>
                                      </p:cBhvr>
                                      <p:to>
                                        <p:strVal val="visible"/>
                                      </p:to>
                                    </p:set>
                                    <p:animEffect transition="in" filter="blinds(horizontal)">
                                      <p:cBhvr>
                                        <p:cTn id="187" dur="500"/>
                                        <p:tgtEl>
                                          <p:spTgt spid="43"/>
                                        </p:tgtEl>
                                      </p:cBhvr>
                                    </p:animEffect>
                                  </p:childTnLst>
                                </p:cTn>
                              </p:par>
                              <p:par>
                                <p:cTn id="188" presetID="3" presetClass="entr" presetSubtype="10" fill="hold" grpId="0" nodeType="withEffect">
                                  <p:stCondLst>
                                    <p:cond delay="0"/>
                                  </p:stCondLst>
                                  <p:childTnLst>
                                    <p:set>
                                      <p:cBhvr>
                                        <p:cTn id="189" dur="1" fill="hold">
                                          <p:stCondLst>
                                            <p:cond delay="0"/>
                                          </p:stCondLst>
                                        </p:cTn>
                                        <p:tgtEl>
                                          <p:spTgt spid="44"/>
                                        </p:tgtEl>
                                        <p:attrNameLst>
                                          <p:attrName>style.visibility</p:attrName>
                                        </p:attrNameLst>
                                      </p:cBhvr>
                                      <p:to>
                                        <p:strVal val="visible"/>
                                      </p:to>
                                    </p:set>
                                    <p:animEffect transition="in" filter="blinds(horizontal)">
                                      <p:cBhvr>
                                        <p:cTn id="190" dur="500"/>
                                        <p:tgtEl>
                                          <p:spTgt spid="44"/>
                                        </p:tgtEl>
                                      </p:cBhvr>
                                    </p:animEffect>
                                  </p:childTnLst>
                                </p:cTn>
                              </p:par>
                              <p:par>
                                <p:cTn id="191" presetID="3" presetClass="entr" presetSubtype="10" fill="hold" grpId="0" nodeType="withEffect">
                                  <p:stCondLst>
                                    <p:cond delay="0"/>
                                  </p:stCondLst>
                                  <p:childTnLst>
                                    <p:set>
                                      <p:cBhvr>
                                        <p:cTn id="192" dur="1" fill="hold">
                                          <p:stCondLst>
                                            <p:cond delay="0"/>
                                          </p:stCondLst>
                                        </p:cTn>
                                        <p:tgtEl>
                                          <p:spTgt spid="45"/>
                                        </p:tgtEl>
                                        <p:attrNameLst>
                                          <p:attrName>style.visibility</p:attrName>
                                        </p:attrNameLst>
                                      </p:cBhvr>
                                      <p:to>
                                        <p:strVal val="visible"/>
                                      </p:to>
                                    </p:set>
                                    <p:animEffect transition="in" filter="blinds(horizontal)">
                                      <p:cBhvr>
                                        <p:cTn id="193" dur="500"/>
                                        <p:tgtEl>
                                          <p:spTgt spid="45"/>
                                        </p:tgtEl>
                                      </p:cBhvr>
                                    </p:animEffect>
                                  </p:childTnLst>
                                </p:cTn>
                              </p:par>
                              <p:par>
                                <p:cTn id="194" presetID="3" presetClass="entr" presetSubtype="10" fill="hold" grpId="0" nodeType="withEffect">
                                  <p:stCondLst>
                                    <p:cond delay="0"/>
                                  </p:stCondLst>
                                  <p:childTnLst>
                                    <p:set>
                                      <p:cBhvr>
                                        <p:cTn id="195" dur="1" fill="hold">
                                          <p:stCondLst>
                                            <p:cond delay="0"/>
                                          </p:stCondLst>
                                        </p:cTn>
                                        <p:tgtEl>
                                          <p:spTgt spid="46"/>
                                        </p:tgtEl>
                                        <p:attrNameLst>
                                          <p:attrName>style.visibility</p:attrName>
                                        </p:attrNameLst>
                                      </p:cBhvr>
                                      <p:to>
                                        <p:strVal val="visible"/>
                                      </p:to>
                                    </p:set>
                                    <p:animEffect transition="in" filter="blinds(horizontal)">
                                      <p:cBhvr>
                                        <p:cTn id="196" dur="500"/>
                                        <p:tgtEl>
                                          <p:spTgt spid="46"/>
                                        </p:tgtEl>
                                      </p:cBhvr>
                                    </p:animEffect>
                                  </p:childTnLst>
                                </p:cTn>
                              </p:par>
                              <p:par>
                                <p:cTn id="197" presetID="3" presetClass="entr" presetSubtype="10" fill="hold" grpId="0" nodeType="withEffect">
                                  <p:stCondLst>
                                    <p:cond delay="0"/>
                                  </p:stCondLst>
                                  <p:childTnLst>
                                    <p:set>
                                      <p:cBhvr>
                                        <p:cTn id="198" dur="1" fill="hold">
                                          <p:stCondLst>
                                            <p:cond delay="0"/>
                                          </p:stCondLst>
                                        </p:cTn>
                                        <p:tgtEl>
                                          <p:spTgt spid="47"/>
                                        </p:tgtEl>
                                        <p:attrNameLst>
                                          <p:attrName>style.visibility</p:attrName>
                                        </p:attrNameLst>
                                      </p:cBhvr>
                                      <p:to>
                                        <p:strVal val="visible"/>
                                      </p:to>
                                    </p:set>
                                    <p:animEffect transition="in" filter="blinds(horizontal)">
                                      <p:cBhvr>
                                        <p:cTn id="199" dur="500"/>
                                        <p:tgtEl>
                                          <p:spTgt spid="47"/>
                                        </p:tgtEl>
                                      </p:cBhvr>
                                    </p:animEffect>
                                  </p:childTnLst>
                                </p:cTn>
                              </p:par>
                              <p:par>
                                <p:cTn id="200" presetID="3" presetClass="entr" presetSubtype="10" fill="hold" grpId="0" nodeType="withEffect">
                                  <p:stCondLst>
                                    <p:cond delay="0"/>
                                  </p:stCondLst>
                                  <p:childTnLst>
                                    <p:set>
                                      <p:cBhvr>
                                        <p:cTn id="201" dur="1" fill="hold">
                                          <p:stCondLst>
                                            <p:cond delay="0"/>
                                          </p:stCondLst>
                                        </p:cTn>
                                        <p:tgtEl>
                                          <p:spTgt spid="48"/>
                                        </p:tgtEl>
                                        <p:attrNameLst>
                                          <p:attrName>style.visibility</p:attrName>
                                        </p:attrNameLst>
                                      </p:cBhvr>
                                      <p:to>
                                        <p:strVal val="visible"/>
                                      </p:to>
                                    </p:set>
                                    <p:animEffect transition="in" filter="blinds(horizontal)">
                                      <p:cBhvr>
                                        <p:cTn id="202" dur="500"/>
                                        <p:tgtEl>
                                          <p:spTgt spid="48"/>
                                        </p:tgtEl>
                                      </p:cBhvr>
                                    </p:animEffect>
                                  </p:childTnLst>
                                </p:cTn>
                              </p:par>
                              <p:par>
                                <p:cTn id="203" presetID="3" presetClass="entr" presetSubtype="10" fill="hold" grpId="0" nodeType="withEffect">
                                  <p:stCondLst>
                                    <p:cond delay="0"/>
                                  </p:stCondLst>
                                  <p:childTnLst>
                                    <p:set>
                                      <p:cBhvr>
                                        <p:cTn id="204" dur="1" fill="hold">
                                          <p:stCondLst>
                                            <p:cond delay="0"/>
                                          </p:stCondLst>
                                        </p:cTn>
                                        <p:tgtEl>
                                          <p:spTgt spid="49"/>
                                        </p:tgtEl>
                                        <p:attrNameLst>
                                          <p:attrName>style.visibility</p:attrName>
                                        </p:attrNameLst>
                                      </p:cBhvr>
                                      <p:to>
                                        <p:strVal val="visible"/>
                                      </p:to>
                                    </p:set>
                                    <p:animEffect transition="in" filter="blinds(horizontal)">
                                      <p:cBhvr>
                                        <p:cTn id="205" dur="500"/>
                                        <p:tgtEl>
                                          <p:spTgt spid="49"/>
                                        </p:tgtEl>
                                      </p:cBhvr>
                                    </p:animEffect>
                                  </p:childTnLst>
                                </p:cTn>
                              </p:par>
                              <p:par>
                                <p:cTn id="206" presetID="3" presetClass="entr" presetSubtype="10" fill="hold" grpId="0" nodeType="withEffect">
                                  <p:stCondLst>
                                    <p:cond delay="0"/>
                                  </p:stCondLst>
                                  <p:childTnLst>
                                    <p:set>
                                      <p:cBhvr>
                                        <p:cTn id="207" dur="1" fill="hold">
                                          <p:stCondLst>
                                            <p:cond delay="0"/>
                                          </p:stCondLst>
                                        </p:cTn>
                                        <p:tgtEl>
                                          <p:spTgt spid="50"/>
                                        </p:tgtEl>
                                        <p:attrNameLst>
                                          <p:attrName>style.visibility</p:attrName>
                                        </p:attrNameLst>
                                      </p:cBhvr>
                                      <p:to>
                                        <p:strVal val="visible"/>
                                      </p:to>
                                    </p:set>
                                    <p:animEffect transition="in" filter="blinds(horizontal)">
                                      <p:cBhvr>
                                        <p:cTn id="208" dur="500"/>
                                        <p:tgtEl>
                                          <p:spTgt spid="50"/>
                                        </p:tgtEl>
                                      </p:cBhvr>
                                    </p:animEffect>
                                  </p:childTnLst>
                                </p:cTn>
                              </p:par>
                              <p:par>
                                <p:cTn id="209" presetID="3" presetClass="entr" presetSubtype="10" fill="hold" grpId="0" nodeType="withEffect">
                                  <p:stCondLst>
                                    <p:cond delay="0"/>
                                  </p:stCondLst>
                                  <p:childTnLst>
                                    <p:set>
                                      <p:cBhvr>
                                        <p:cTn id="210" dur="1" fill="hold">
                                          <p:stCondLst>
                                            <p:cond delay="0"/>
                                          </p:stCondLst>
                                        </p:cTn>
                                        <p:tgtEl>
                                          <p:spTgt spid="51"/>
                                        </p:tgtEl>
                                        <p:attrNameLst>
                                          <p:attrName>style.visibility</p:attrName>
                                        </p:attrNameLst>
                                      </p:cBhvr>
                                      <p:to>
                                        <p:strVal val="visible"/>
                                      </p:to>
                                    </p:set>
                                    <p:animEffect transition="in" filter="blinds(horizontal)">
                                      <p:cBhvr>
                                        <p:cTn id="211" dur="500"/>
                                        <p:tgtEl>
                                          <p:spTgt spid="51"/>
                                        </p:tgtEl>
                                      </p:cBhvr>
                                    </p:animEffect>
                                  </p:childTnLst>
                                </p:cTn>
                              </p:par>
                              <p:par>
                                <p:cTn id="212" presetID="3" presetClass="entr" presetSubtype="10" fill="hold" grpId="0" nodeType="withEffect">
                                  <p:stCondLst>
                                    <p:cond delay="0"/>
                                  </p:stCondLst>
                                  <p:childTnLst>
                                    <p:set>
                                      <p:cBhvr>
                                        <p:cTn id="213" dur="1" fill="hold">
                                          <p:stCondLst>
                                            <p:cond delay="0"/>
                                          </p:stCondLst>
                                        </p:cTn>
                                        <p:tgtEl>
                                          <p:spTgt spid="52"/>
                                        </p:tgtEl>
                                        <p:attrNameLst>
                                          <p:attrName>style.visibility</p:attrName>
                                        </p:attrNameLst>
                                      </p:cBhvr>
                                      <p:to>
                                        <p:strVal val="visible"/>
                                      </p:to>
                                    </p:set>
                                    <p:animEffect transition="in" filter="blinds(horizontal)">
                                      <p:cBhvr>
                                        <p:cTn id="214" dur="500"/>
                                        <p:tgtEl>
                                          <p:spTgt spid="52"/>
                                        </p:tgtEl>
                                      </p:cBhvr>
                                    </p:animEffect>
                                  </p:childTnLst>
                                </p:cTn>
                              </p:par>
                              <p:par>
                                <p:cTn id="215" presetID="3" presetClass="entr" presetSubtype="10" fill="hold" grpId="0" nodeType="withEffect">
                                  <p:stCondLst>
                                    <p:cond delay="0"/>
                                  </p:stCondLst>
                                  <p:childTnLst>
                                    <p:set>
                                      <p:cBhvr>
                                        <p:cTn id="216" dur="1" fill="hold">
                                          <p:stCondLst>
                                            <p:cond delay="0"/>
                                          </p:stCondLst>
                                        </p:cTn>
                                        <p:tgtEl>
                                          <p:spTgt spid="53"/>
                                        </p:tgtEl>
                                        <p:attrNameLst>
                                          <p:attrName>style.visibility</p:attrName>
                                        </p:attrNameLst>
                                      </p:cBhvr>
                                      <p:to>
                                        <p:strVal val="visible"/>
                                      </p:to>
                                    </p:set>
                                    <p:animEffect transition="in" filter="blinds(horizontal)">
                                      <p:cBhvr>
                                        <p:cTn id="217" dur="500"/>
                                        <p:tgtEl>
                                          <p:spTgt spid="53"/>
                                        </p:tgtEl>
                                      </p:cBhvr>
                                    </p:animEffect>
                                  </p:childTnLst>
                                </p:cTn>
                              </p:par>
                              <p:par>
                                <p:cTn id="218" presetID="3" presetClass="entr" presetSubtype="10" fill="hold" grpId="0" nodeType="withEffect">
                                  <p:stCondLst>
                                    <p:cond delay="0"/>
                                  </p:stCondLst>
                                  <p:childTnLst>
                                    <p:set>
                                      <p:cBhvr>
                                        <p:cTn id="219" dur="1" fill="hold">
                                          <p:stCondLst>
                                            <p:cond delay="0"/>
                                          </p:stCondLst>
                                        </p:cTn>
                                        <p:tgtEl>
                                          <p:spTgt spid="54"/>
                                        </p:tgtEl>
                                        <p:attrNameLst>
                                          <p:attrName>style.visibility</p:attrName>
                                        </p:attrNameLst>
                                      </p:cBhvr>
                                      <p:to>
                                        <p:strVal val="visible"/>
                                      </p:to>
                                    </p:set>
                                    <p:animEffect transition="in" filter="blinds(horizontal)">
                                      <p:cBhvr>
                                        <p:cTn id="220" dur="500"/>
                                        <p:tgtEl>
                                          <p:spTgt spid="54"/>
                                        </p:tgtEl>
                                      </p:cBhvr>
                                    </p:animEffect>
                                  </p:childTnLst>
                                </p:cTn>
                              </p:par>
                              <p:par>
                                <p:cTn id="221" presetID="3" presetClass="entr" presetSubtype="10" fill="hold" grpId="0" nodeType="withEffect">
                                  <p:stCondLst>
                                    <p:cond delay="0"/>
                                  </p:stCondLst>
                                  <p:childTnLst>
                                    <p:set>
                                      <p:cBhvr>
                                        <p:cTn id="222" dur="1" fill="hold">
                                          <p:stCondLst>
                                            <p:cond delay="0"/>
                                          </p:stCondLst>
                                        </p:cTn>
                                        <p:tgtEl>
                                          <p:spTgt spid="55"/>
                                        </p:tgtEl>
                                        <p:attrNameLst>
                                          <p:attrName>style.visibility</p:attrName>
                                        </p:attrNameLst>
                                      </p:cBhvr>
                                      <p:to>
                                        <p:strVal val="visible"/>
                                      </p:to>
                                    </p:set>
                                    <p:animEffect transition="in" filter="blinds(horizontal)">
                                      <p:cBhvr>
                                        <p:cTn id="223" dur="500"/>
                                        <p:tgtEl>
                                          <p:spTgt spid="55"/>
                                        </p:tgtEl>
                                      </p:cBhvr>
                                    </p:animEffect>
                                  </p:childTnLst>
                                </p:cTn>
                              </p:par>
                              <p:par>
                                <p:cTn id="224" presetID="3" presetClass="entr" presetSubtype="10" fill="hold" grpId="0" nodeType="withEffect">
                                  <p:stCondLst>
                                    <p:cond delay="0"/>
                                  </p:stCondLst>
                                  <p:childTnLst>
                                    <p:set>
                                      <p:cBhvr>
                                        <p:cTn id="225" dur="1" fill="hold">
                                          <p:stCondLst>
                                            <p:cond delay="0"/>
                                          </p:stCondLst>
                                        </p:cTn>
                                        <p:tgtEl>
                                          <p:spTgt spid="56"/>
                                        </p:tgtEl>
                                        <p:attrNameLst>
                                          <p:attrName>style.visibility</p:attrName>
                                        </p:attrNameLst>
                                      </p:cBhvr>
                                      <p:to>
                                        <p:strVal val="visible"/>
                                      </p:to>
                                    </p:set>
                                    <p:animEffect transition="in" filter="blinds(horizontal)">
                                      <p:cBhvr>
                                        <p:cTn id="226" dur="500"/>
                                        <p:tgtEl>
                                          <p:spTgt spid="56"/>
                                        </p:tgtEl>
                                      </p:cBhvr>
                                    </p:animEffect>
                                  </p:childTnLst>
                                </p:cTn>
                              </p:par>
                              <p:par>
                                <p:cTn id="227" presetID="3" presetClass="entr" presetSubtype="10" fill="hold" grpId="0" nodeType="withEffect">
                                  <p:stCondLst>
                                    <p:cond delay="0"/>
                                  </p:stCondLst>
                                  <p:childTnLst>
                                    <p:set>
                                      <p:cBhvr>
                                        <p:cTn id="228" dur="1" fill="hold">
                                          <p:stCondLst>
                                            <p:cond delay="0"/>
                                          </p:stCondLst>
                                        </p:cTn>
                                        <p:tgtEl>
                                          <p:spTgt spid="57"/>
                                        </p:tgtEl>
                                        <p:attrNameLst>
                                          <p:attrName>style.visibility</p:attrName>
                                        </p:attrNameLst>
                                      </p:cBhvr>
                                      <p:to>
                                        <p:strVal val="visible"/>
                                      </p:to>
                                    </p:set>
                                    <p:animEffect transition="in" filter="blinds(horizontal)">
                                      <p:cBhvr>
                                        <p:cTn id="229" dur="500"/>
                                        <p:tgtEl>
                                          <p:spTgt spid="57"/>
                                        </p:tgtEl>
                                      </p:cBhvr>
                                    </p:animEffect>
                                  </p:childTnLst>
                                </p:cTn>
                              </p:par>
                              <p:par>
                                <p:cTn id="230" presetID="3" presetClass="entr" presetSubtype="10" fill="hold" grpId="0" nodeType="withEffect">
                                  <p:stCondLst>
                                    <p:cond delay="0"/>
                                  </p:stCondLst>
                                  <p:childTnLst>
                                    <p:set>
                                      <p:cBhvr>
                                        <p:cTn id="231" dur="1" fill="hold">
                                          <p:stCondLst>
                                            <p:cond delay="0"/>
                                          </p:stCondLst>
                                        </p:cTn>
                                        <p:tgtEl>
                                          <p:spTgt spid="58"/>
                                        </p:tgtEl>
                                        <p:attrNameLst>
                                          <p:attrName>style.visibility</p:attrName>
                                        </p:attrNameLst>
                                      </p:cBhvr>
                                      <p:to>
                                        <p:strVal val="visible"/>
                                      </p:to>
                                    </p:set>
                                    <p:animEffect transition="in" filter="blinds(horizontal)">
                                      <p:cBhvr>
                                        <p:cTn id="232" dur="500"/>
                                        <p:tgtEl>
                                          <p:spTgt spid="58"/>
                                        </p:tgtEl>
                                      </p:cBhvr>
                                    </p:animEffect>
                                  </p:childTnLst>
                                </p:cTn>
                              </p:par>
                              <p:par>
                                <p:cTn id="233" presetID="3" presetClass="entr" presetSubtype="10" fill="hold" grpId="0" nodeType="withEffect">
                                  <p:stCondLst>
                                    <p:cond delay="0"/>
                                  </p:stCondLst>
                                  <p:childTnLst>
                                    <p:set>
                                      <p:cBhvr>
                                        <p:cTn id="234" dur="1" fill="hold">
                                          <p:stCondLst>
                                            <p:cond delay="0"/>
                                          </p:stCondLst>
                                        </p:cTn>
                                        <p:tgtEl>
                                          <p:spTgt spid="59"/>
                                        </p:tgtEl>
                                        <p:attrNameLst>
                                          <p:attrName>style.visibility</p:attrName>
                                        </p:attrNameLst>
                                      </p:cBhvr>
                                      <p:to>
                                        <p:strVal val="visible"/>
                                      </p:to>
                                    </p:set>
                                    <p:animEffect transition="in" filter="blinds(horizontal)">
                                      <p:cBhvr>
                                        <p:cTn id="235" dur="500"/>
                                        <p:tgtEl>
                                          <p:spTgt spid="59"/>
                                        </p:tgtEl>
                                      </p:cBhvr>
                                    </p:animEffect>
                                  </p:childTnLst>
                                </p:cTn>
                              </p:par>
                              <p:par>
                                <p:cTn id="236" presetID="3" presetClass="entr" presetSubtype="10" fill="hold" grpId="0" nodeType="withEffect">
                                  <p:stCondLst>
                                    <p:cond delay="0"/>
                                  </p:stCondLst>
                                  <p:childTnLst>
                                    <p:set>
                                      <p:cBhvr>
                                        <p:cTn id="237" dur="1" fill="hold">
                                          <p:stCondLst>
                                            <p:cond delay="0"/>
                                          </p:stCondLst>
                                        </p:cTn>
                                        <p:tgtEl>
                                          <p:spTgt spid="60"/>
                                        </p:tgtEl>
                                        <p:attrNameLst>
                                          <p:attrName>style.visibility</p:attrName>
                                        </p:attrNameLst>
                                      </p:cBhvr>
                                      <p:to>
                                        <p:strVal val="visible"/>
                                      </p:to>
                                    </p:set>
                                    <p:animEffect transition="in" filter="blinds(horizontal)">
                                      <p:cBhvr>
                                        <p:cTn id="238" dur="500"/>
                                        <p:tgtEl>
                                          <p:spTgt spid="60"/>
                                        </p:tgtEl>
                                      </p:cBhvr>
                                    </p:animEffect>
                                  </p:childTnLst>
                                </p:cTn>
                              </p:par>
                              <p:par>
                                <p:cTn id="239" presetID="3" presetClass="entr" presetSubtype="10" fill="hold" grpId="0" nodeType="withEffect">
                                  <p:stCondLst>
                                    <p:cond delay="0"/>
                                  </p:stCondLst>
                                  <p:childTnLst>
                                    <p:set>
                                      <p:cBhvr>
                                        <p:cTn id="240" dur="1" fill="hold">
                                          <p:stCondLst>
                                            <p:cond delay="0"/>
                                          </p:stCondLst>
                                        </p:cTn>
                                        <p:tgtEl>
                                          <p:spTgt spid="61"/>
                                        </p:tgtEl>
                                        <p:attrNameLst>
                                          <p:attrName>style.visibility</p:attrName>
                                        </p:attrNameLst>
                                      </p:cBhvr>
                                      <p:to>
                                        <p:strVal val="visible"/>
                                      </p:to>
                                    </p:set>
                                    <p:animEffect transition="in" filter="blinds(horizontal)">
                                      <p:cBhvr>
                                        <p:cTn id="241" dur="500"/>
                                        <p:tgtEl>
                                          <p:spTgt spid="61"/>
                                        </p:tgtEl>
                                      </p:cBhvr>
                                    </p:animEffect>
                                  </p:childTnLst>
                                </p:cTn>
                              </p:par>
                              <p:par>
                                <p:cTn id="242" presetID="3" presetClass="entr" presetSubtype="10" fill="hold" grpId="0" nodeType="withEffect">
                                  <p:stCondLst>
                                    <p:cond delay="0"/>
                                  </p:stCondLst>
                                  <p:childTnLst>
                                    <p:set>
                                      <p:cBhvr>
                                        <p:cTn id="243" dur="1" fill="hold">
                                          <p:stCondLst>
                                            <p:cond delay="0"/>
                                          </p:stCondLst>
                                        </p:cTn>
                                        <p:tgtEl>
                                          <p:spTgt spid="62"/>
                                        </p:tgtEl>
                                        <p:attrNameLst>
                                          <p:attrName>style.visibility</p:attrName>
                                        </p:attrNameLst>
                                      </p:cBhvr>
                                      <p:to>
                                        <p:strVal val="visible"/>
                                      </p:to>
                                    </p:set>
                                    <p:animEffect transition="in" filter="blinds(horizontal)">
                                      <p:cBhvr>
                                        <p:cTn id="244" dur="500"/>
                                        <p:tgtEl>
                                          <p:spTgt spid="62"/>
                                        </p:tgtEl>
                                      </p:cBhvr>
                                    </p:animEffect>
                                  </p:childTnLst>
                                </p:cTn>
                              </p:par>
                              <p:par>
                                <p:cTn id="245" presetID="3" presetClass="entr" presetSubtype="10" fill="hold" grpId="0" nodeType="withEffect">
                                  <p:stCondLst>
                                    <p:cond delay="0"/>
                                  </p:stCondLst>
                                  <p:childTnLst>
                                    <p:set>
                                      <p:cBhvr>
                                        <p:cTn id="246" dur="1" fill="hold">
                                          <p:stCondLst>
                                            <p:cond delay="0"/>
                                          </p:stCondLst>
                                        </p:cTn>
                                        <p:tgtEl>
                                          <p:spTgt spid="63"/>
                                        </p:tgtEl>
                                        <p:attrNameLst>
                                          <p:attrName>style.visibility</p:attrName>
                                        </p:attrNameLst>
                                      </p:cBhvr>
                                      <p:to>
                                        <p:strVal val="visible"/>
                                      </p:to>
                                    </p:set>
                                    <p:animEffect transition="in" filter="blinds(horizontal)">
                                      <p:cBhvr>
                                        <p:cTn id="247" dur="500"/>
                                        <p:tgtEl>
                                          <p:spTgt spid="63"/>
                                        </p:tgtEl>
                                      </p:cBhvr>
                                    </p:animEffect>
                                  </p:childTnLst>
                                </p:cTn>
                              </p:par>
                              <p:par>
                                <p:cTn id="248" presetID="3" presetClass="entr" presetSubtype="10" fill="hold" grpId="0" nodeType="withEffect">
                                  <p:stCondLst>
                                    <p:cond delay="0"/>
                                  </p:stCondLst>
                                  <p:childTnLst>
                                    <p:set>
                                      <p:cBhvr>
                                        <p:cTn id="249" dur="1" fill="hold">
                                          <p:stCondLst>
                                            <p:cond delay="0"/>
                                          </p:stCondLst>
                                        </p:cTn>
                                        <p:tgtEl>
                                          <p:spTgt spid="64"/>
                                        </p:tgtEl>
                                        <p:attrNameLst>
                                          <p:attrName>style.visibility</p:attrName>
                                        </p:attrNameLst>
                                      </p:cBhvr>
                                      <p:to>
                                        <p:strVal val="visible"/>
                                      </p:to>
                                    </p:set>
                                    <p:animEffect transition="in" filter="blinds(horizontal)">
                                      <p:cBhvr>
                                        <p:cTn id="250" dur="500"/>
                                        <p:tgtEl>
                                          <p:spTgt spid="64"/>
                                        </p:tgtEl>
                                      </p:cBhvr>
                                    </p:animEffect>
                                  </p:childTnLst>
                                </p:cTn>
                              </p:par>
                              <p:par>
                                <p:cTn id="251" presetID="3" presetClass="entr" presetSubtype="10" fill="hold" grpId="0" nodeType="withEffect">
                                  <p:stCondLst>
                                    <p:cond delay="0"/>
                                  </p:stCondLst>
                                  <p:childTnLst>
                                    <p:set>
                                      <p:cBhvr>
                                        <p:cTn id="252" dur="1" fill="hold">
                                          <p:stCondLst>
                                            <p:cond delay="0"/>
                                          </p:stCondLst>
                                        </p:cTn>
                                        <p:tgtEl>
                                          <p:spTgt spid="65"/>
                                        </p:tgtEl>
                                        <p:attrNameLst>
                                          <p:attrName>style.visibility</p:attrName>
                                        </p:attrNameLst>
                                      </p:cBhvr>
                                      <p:to>
                                        <p:strVal val="visible"/>
                                      </p:to>
                                    </p:set>
                                    <p:animEffect transition="in" filter="blinds(horizontal)">
                                      <p:cBhvr>
                                        <p:cTn id="253" dur="500"/>
                                        <p:tgtEl>
                                          <p:spTgt spid="65"/>
                                        </p:tgtEl>
                                      </p:cBhvr>
                                    </p:animEffect>
                                  </p:childTnLst>
                                </p:cTn>
                              </p:par>
                              <p:par>
                                <p:cTn id="254" presetID="3" presetClass="entr" presetSubtype="10" fill="hold" grpId="0" nodeType="withEffect">
                                  <p:stCondLst>
                                    <p:cond delay="0"/>
                                  </p:stCondLst>
                                  <p:childTnLst>
                                    <p:set>
                                      <p:cBhvr>
                                        <p:cTn id="255" dur="1" fill="hold">
                                          <p:stCondLst>
                                            <p:cond delay="0"/>
                                          </p:stCondLst>
                                        </p:cTn>
                                        <p:tgtEl>
                                          <p:spTgt spid="66"/>
                                        </p:tgtEl>
                                        <p:attrNameLst>
                                          <p:attrName>style.visibility</p:attrName>
                                        </p:attrNameLst>
                                      </p:cBhvr>
                                      <p:to>
                                        <p:strVal val="visible"/>
                                      </p:to>
                                    </p:set>
                                    <p:animEffect transition="in" filter="blinds(horizontal)">
                                      <p:cBhvr>
                                        <p:cTn id="256" dur="500"/>
                                        <p:tgtEl>
                                          <p:spTgt spid="66"/>
                                        </p:tgtEl>
                                      </p:cBhvr>
                                    </p:animEffect>
                                  </p:childTnLst>
                                </p:cTn>
                              </p:par>
                              <p:par>
                                <p:cTn id="257" presetID="3" presetClass="entr" presetSubtype="10" fill="hold" grpId="0" nodeType="withEffect">
                                  <p:stCondLst>
                                    <p:cond delay="0"/>
                                  </p:stCondLst>
                                  <p:childTnLst>
                                    <p:set>
                                      <p:cBhvr>
                                        <p:cTn id="258" dur="1" fill="hold">
                                          <p:stCondLst>
                                            <p:cond delay="0"/>
                                          </p:stCondLst>
                                        </p:cTn>
                                        <p:tgtEl>
                                          <p:spTgt spid="67"/>
                                        </p:tgtEl>
                                        <p:attrNameLst>
                                          <p:attrName>style.visibility</p:attrName>
                                        </p:attrNameLst>
                                      </p:cBhvr>
                                      <p:to>
                                        <p:strVal val="visible"/>
                                      </p:to>
                                    </p:set>
                                    <p:animEffect transition="in" filter="blinds(horizontal)">
                                      <p:cBhvr>
                                        <p:cTn id="259" dur="500"/>
                                        <p:tgtEl>
                                          <p:spTgt spid="67"/>
                                        </p:tgtEl>
                                      </p:cBhvr>
                                    </p:animEffect>
                                  </p:childTnLst>
                                </p:cTn>
                              </p:par>
                              <p:par>
                                <p:cTn id="260" presetID="3" presetClass="entr" presetSubtype="10" fill="hold" grpId="0" nodeType="withEffect">
                                  <p:stCondLst>
                                    <p:cond delay="0"/>
                                  </p:stCondLst>
                                  <p:childTnLst>
                                    <p:set>
                                      <p:cBhvr>
                                        <p:cTn id="261" dur="1" fill="hold">
                                          <p:stCondLst>
                                            <p:cond delay="0"/>
                                          </p:stCondLst>
                                        </p:cTn>
                                        <p:tgtEl>
                                          <p:spTgt spid="68"/>
                                        </p:tgtEl>
                                        <p:attrNameLst>
                                          <p:attrName>style.visibility</p:attrName>
                                        </p:attrNameLst>
                                      </p:cBhvr>
                                      <p:to>
                                        <p:strVal val="visible"/>
                                      </p:to>
                                    </p:set>
                                    <p:animEffect transition="in" filter="blinds(horizontal)">
                                      <p:cBhvr>
                                        <p:cTn id="262" dur="500"/>
                                        <p:tgtEl>
                                          <p:spTgt spid="68"/>
                                        </p:tgtEl>
                                      </p:cBhvr>
                                    </p:animEffect>
                                  </p:childTnLst>
                                </p:cTn>
                              </p:par>
                              <p:par>
                                <p:cTn id="263" presetID="3" presetClass="entr" presetSubtype="10" fill="hold" grpId="0" nodeType="withEffect">
                                  <p:stCondLst>
                                    <p:cond delay="0"/>
                                  </p:stCondLst>
                                  <p:childTnLst>
                                    <p:set>
                                      <p:cBhvr>
                                        <p:cTn id="264" dur="1" fill="hold">
                                          <p:stCondLst>
                                            <p:cond delay="0"/>
                                          </p:stCondLst>
                                        </p:cTn>
                                        <p:tgtEl>
                                          <p:spTgt spid="69"/>
                                        </p:tgtEl>
                                        <p:attrNameLst>
                                          <p:attrName>style.visibility</p:attrName>
                                        </p:attrNameLst>
                                      </p:cBhvr>
                                      <p:to>
                                        <p:strVal val="visible"/>
                                      </p:to>
                                    </p:set>
                                    <p:animEffect transition="in" filter="blinds(horizontal)">
                                      <p:cBhvr>
                                        <p:cTn id="265" dur="500"/>
                                        <p:tgtEl>
                                          <p:spTgt spid="69"/>
                                        </p:tgtEl>
                                      </p:cBhvr>
                                    </p:animEffect>
                                  </p:childTnLst>
                                </p:cTn>
                              </p:par>
                              <p:par>
                                <p:cTn id="266" presetID="3" presetClass="entr" presetSubtype="10" fill="hold" grpId="0" nodeType="withEffect">
                                  <p:stCondLst>
                                    <p:cond delay="0"/>
                                  </p:stCondLst>
                                  <p:childTnLst>
                                    <p:set>
                                      <p:cBhvr>
                                        <p:cTn id="267" dur="1" fill="hold">
                                          <p:stCondLst>
                                            <p:cond delay="0"/>
                                          </p:stCondLst>
                                        </p:cTn>
                                        <p:tgtEl>
                                          <p:spTgt spid="70"/>
                                        </p:tgtEl>
                                        <p:attrNameLst>
                                          <p:attrName>style.visibility</p:attrName>
                                        </p:attrNameLst>
                                      </p:cBhvr>
                                      <p:to>
                                        <p:strVal val="visible"/>
                                      </p:to>
                                    </p:set>
                                    <p:animEffect transition="in" filter="blinds(horizontal)">
                                      <p:cBhvr>
                                        <p:cTn id="268" dur="500"/>
                                        <p:tgtEl>
                                          <p:spTgt spid="70"/>
                                        </p:tgtEl>
                                      </p:cBhvr>
                                    </p:animEffect>
                                  </p:childTnLst>
                                </p:cTn>
                              </p:par>
                              <p:par>
                                <p:cTn id="269" presetID="3" presetClass="entr" presetSubtype="10" fill="hold" grpId="0" nodeType="withEffect">
                                  <p:stCondLst>
                                    <p:cond delay="0"/>
                                  </p:stCondLst>
                                  <p:childTnLst>
                                    <p:set>
                                      <p:cBhvr>
                                        <p:cTn id="270" dur="1" fill="hold">
                                          <p:stCondLst>
                                            <p:cond delay="0"/>
                                          </p:stCondLst>
                                        </p:cTn>
                                        <p:tgtEl>
                                          <p:spTgt spid="71"/>
                                        </p:tgtEl>
                                        <p:attrNameLst>
                                          <p:attrName>style.visibility</p:attrName>
                                        </p:attrNameLst>
                                      </p:cBhvr>
                                      <p:to>
                                        <p:strVal val="visible"/>
                                      </p:to>
                                    </p:set>
                                    <p:animEffect transition="in" filter="blinds(horizontal)">
                                      <p:cBhvr>
                                        <p:cTn id="271" dur="500"/>
                                        <p:tgtEl>
                                          <p:spTgt spid="71"/>
                                        </p:tgtEl>
                                      </p:cBhvr>
                                    </p:animEffect>
                                  </p:childTnLst>
                                </p:cTn>
                              </p:par>
                              <p:par>
                                <p:cTn id="272" presetID="3" presetClass="entr" presetSubtype="10" fill="hold" grpId="0" nodeType="withEffect">
                                  <p:stCondLst>
                                    <p:cond delay="0"/>
                                  </p:stCondLst>
                                  <p:childTnLst>
                                    <p:set>
                                      <p:cBhvr>
                                        <p:cTn id="273" dur="1" fill="hold">
                                          <p:stCondLst>
                                            <p:cond delay="0"/>
                                          </p:stCondLst>
                                        </p:cTn>
                                        <p:tgtEl>
                                          <p:spTgt spid="72"/>
                                        </p:tgtEl>
                                        <p:attrNameLst>
                                          <p:attrName>style.visibility</p:attrName>
                                        </p:attrNameLst>
                                      </p:cBhvr>
                                      <p:to>
                                        <p:strVal val="visible"/>
                                      </p:to>
                                    </p:set>
                                    <p:animEffect transition="in" filter="blinds(horizontal)">
                                      <p:cBhvr>
                                        <p:cTn id="274" dur="500"/>
                                        <p:tgtEl>
                                          <p:spTgt spid="72"/>
                                        </p:tgtEl>
                                      </p:cBhvr>
                                    </p:animEffect>
                                  </p:childTnLst>
                                </p:cTn>
                              </p:par>
                              <p:par>
                                <p:cTn id="275" presetID="3" presetClass="entr" presetSubtype="10" fill="hold" grpId="0" nodeType="withEffect">
                                  <p:stCondLst>
                                    <p:cond delay="0"/>
                                  </p:stCondLst>
                                  <p:childTnLst>
                                    <p:set>
                                      <p:cBhvr>
                                        <p:cTn id="276" dur="1" fill="hold">
                                          <p:stCondLst>
                                            <p:cond delay="0"/>
                                          </p:stCondLst>
                                        </p:cTn>
                                        <p:tgtEl>
                                          <p:spTgt spid="73"/>
                                        </p:tgtEl>
                                        <p:attrNameLst>
                                          <p:attrName>style.visibility</p:attrName>
                                        </p:attrNameLst>
                                      </p:cBhvr>
                                      <p:to>
                                        <p:strVal val="visible"/>
                                      </p:to>
                                    </p:set>
                                    <p:animEffect transition="in" filter="blinds(horizontal)">
                                      <p:cBhvr>
                                        <p:cTn id="277" dur="500"/>
                                        <p:tgtEl>
                                          <p:spTgt spid="73"/>
                                        </p:tgtEl>
                                      </p:cBhvr>
                                    </p:animEffect>
                                  </p:childTnLst>
                                </p:cTn>
                              </p:par>
                              <p:par>
                                <p:cTn id="278" presetID="3" presetClass="entr" presetSubtype="10" fill="hold" grpId="0" nodeType="withEffect">
                                  <p:stCondLst>
                                    <p:cond delay="0"/>
                                  </p:stCondLst>
                                  <p:childTnLst>
                                    <p:set>
                                      <p:cBhvr>
                                        <p:cTn id="279" dur="1" fill="hold">
                                          <p:stCondLst>
                                            <p:cond delay="0"/>
                                          </p:stCondLst>
                                        </p:cTn>
                                        <p:tgtEl>
                                          <p:spTgt spid="74"/>
                                        </p:tgtEl>
                                        <p:attrNameLst>
                                          <p:attrName>style.visibility</p:attrName>
                                        </p:attrNameLst>
                                      </p:cBhvr>
                                      <p:to>
                                        <p:strVal val="visible"/>
                                      </p:to>
                                    </p:set>
                                    <p:animEffect transition="in" filter="blinds(horizontal)">
                                      <p:cBhvr>
                                        <p:cTn id="280" dur="500"/>
                                        <p:tgtEl>
                                          <p:spTgt spid="74"/>
                                        </p:tgtEl>
                                      </p:cBhvr>
                                    </p:animEffect>
                                  </p:childTnLst>
                                </p:cTn>
                              </p:par>
                              <p:par>
                                <p:cTn id="281" presetID="3" presetClass="entr" presetSubtype="10" fill="hold" grpId="0" nodeType="withEffect">
                                  <p:stCondLst>
                                    <p:cond delay="0"/>
                                  </p:stCondLst>
                                  <p:childTnLst>
                                    <p:set>
                                      <p:cBhvr>
                                        <p:cTn id="282" dur="1" fill="hold">
                                          <p:stCondLst>
                                            <p:cond delay="0"/>
                                          </p:stCondLst>
                                        </p:cTn>
                                        <p:tgtEl>
                                          <p:spTgt spid="75"/>
                                        </p:tgtEl>
                                        <p:attrNameLst>
                                          <p:attrName>style.visibility</p:attrName>
                                        </p:attrNameLst>
                                      </p:cBhvr>
                                      <p:to>
                                        <p:strVal val="visible"/>
                                      </p:to>
                                    </p:set>
                                    <p:animEffect transition="in" filter="blinds(horizontal)">
                                      <p:cBhvr>
                                        <p:cTn id="283" dur="500"/>
                                        <p:tgtEl>
                                          <p:spTgt spid="75"/>
                                        </p:tgtEl>
                                      </p:cBhvr>
                                    </p:animEffect>
                                  </p:childTnLst>
                                </p:cTn>
                              </p:par>
                              <p:par>
                                <p:cTn id="284" presetID="3" presetClass="entr" presetSubtype="10" fill="hold" grpId="0" nodeType="withEffect">
                                  <p:stCondLst>
                                    <p:cond delay="0"/>
                                  </p:stCondLst>
                                  <p:childTnLst>
                                    <p:set>
                                      <p:cBhvr>
                                        <p:cTn id="285" dur="1" fill="hold">
                                          <p:stCondLst>
                                            <p:cond delay="0"/>
                                          </p:stCondLst>
                                        </p:cTn>
                                        <p:tgtEl>
                                          <p:spTgt spid="76"/>
                                        </p:tgtEl>
                                        <p:attrNameLst>
                                          <p:attrName>style.visibility</p:attrName>
                                        </p:attrNameLst>
                                      </p:cBhvr>
                                      <p:to>
                                        <p:strVal val="visible"/>
                                      </p:to>
                                    </p:set>
                                    <p:animEffect transition="in" filter="blinds(horizontal)">
                                      <p:cBhvr>
                                        <p:cTn id="286" dur="500"/>
                                        <p:tgtEl>
                                          <p:spTgt spid="76"/>
                                        </p:tgtEl>
                                      </p:cBhvr>
                                    </p:animEffect>
                                  </p:childTnLst>
                                </p:cTn>
                              </p:par>
                              <p:par>
                                <p:cTn id="287" presetID="3" presetClass="entr" presetSubtype="10" fill="hold" grpId="0" nodeType="withEffect">
                                  <p:stCondLst>
                                    <p:cond delay="0"/>
                                  </p:stCondLst>
                                  <p:childTnLst>
                                    <p:set>
                                      <p:cBhvr>
                                        <p:cTn id="288" dur="1" fill="hold">
                                          <p:stCondLst>
                                            <p:cond delay="0"/>
                                          </p:stCondLst>
                                        </p:cTn>
                                        <p:tgtEl>
                                          <p:spTgt spid="77"/>
                                        </p:tgtEl>
                                        <p:attrNameLst>
                                          <p:attrName>style.visibility</p:attrName>
                                        </p:attrNameLst>
                                      </p:cBhvr>
                                      <p:to>
                                        <p:strVal val="visible"/>
                                      </p:to>
                                    </p:set>
                                    <p:animEffect transition="in" filter="blinds(horizontal)">
                                      <p:cBhvr>
                                        <p:cTn id="289" dur="500"/>
                                        <p:tgtEl>
                                          <p:spTgt spid="77"/>
                                        </p:tgtEl>
                                      </p:cBhvr>
                                    </p:animEffect>
                                  </p:childTnLst>
                                </p:cTn>
                              </p:par>
                              <p:par>
                                <p:cTn id="290" presetID="3" presetClass="entr" presetSubtype="10" fill="hold" grpId="0" nodeType="withEffect">
                                  <p:stCondLst>
                                    <p:cond delay="0"/>
                                  </p:stCondLst>
                                  <p:childTnLst>
                                    <p:set>
                                      <p:cBhvr>
                                        <p:cTn id="291" dur="1" fill="hold">
                                          <p:stCondLst>
                                            <p:cond delay="0"/>
                                          </p:stCondLst>
                                        </p:cTn>
                                        <p:tgtEl>
                                          <p:spTgt spid="78"/>
                                        </p:tgtEl>
                                        <p:attrNameLst>
                                          <p:attrName>style.visibility</p:attrName>
                                        </p:attrNameLst>
                                      </p:cBhvr>
                                      <p:to>
                                        <p:strVal val="visible"/>
                                      </p:to>
                                    </p:set>
                                    <p:animEffect transition="in" filter="blinds(horizontal)">
                                      <p:cBhvr>
                                        <p:cTn id="292" dur="500"/>
                                        <p:tgtEl>
                                          <p:spTgt spid="78"/>
                                        </p:tgtEl>
                                      </p:cBhvr>
                                    </p:animEffect>
                                  </p:childTnLst>
                                </p:cTn>
                              </p:par>
                              <p:par>
                                <p:cTn id="293" presetID="3" presetClass="entr" presetSubtype="10" fill="hold" grpId="0" nodeType="withEffect">
                                  <p:stCondLst>
                                    <p:cond delay="0"/>
                                  </p:stCondLst>
                                  <p:childTnLst>
                                    <p:set>
                                      <p:cBhvr>
                                        <p:cTn id="294" dur="1" fill="hold">
                                          <p:stCondLst>
                                            <p:cond delay="0"/>
                                          </p:stCondLst>
                                        </p:cTn>
                                        <p:tgtEl>
                                          <p:spTgt spid="79"/>
                                        </p:tgtEl>
                                        <p:attrNameLst>
                                          <p:attrName>style.visibility</p:attrName>
                                        </p:attrNameLst>
                                      </p:cBhvr>
                                      <p:to>
                                        <p:strVal val="visible"/>
                                      </p:to>
                                    </p:set>
                                    <p:animEffect transition="in" filter="blinds(horizontal)">
                                      <p:cBhvr>
                                        <p:cTn id="295" dur="500"/>
                                        <p:tgtEl>
                                          <p:spTgt spid="79"/>
                                        </p:tgtEl>
                                      </p:cBhvr>
                                    </p:animEffect>
                                  </p:childTnLst>
                                </p:cTn>
                              </p:par>
                              <p:par>
                                <p:cTn id="296" presetID="3" presetClass="entr" presetSubtype="10" fill="hold" grpId="0" nodeType="withEffect">
                                  <p:stCondLst>
                                    <p:cond delay="0"/>
                                  </p:stCondLst>
                                  <p:childTnLst>
                                    <p:set>
                                      <p:cBhvr>
                                        <p:cTn id="297" dur="1" fill="hold">
                                          <p:stCondLst>
                                            <p:cond delay="0"/>
                                          </p:stCondLst>
                                        </p:cTn>
                                        <p:tgtEl>
                                          <p:spTgt spid="80"/>
                                        </p:tgtEl>
                                        <p:attrNameLst>
                                          <p:attrName>style.visibility</p:attrName>
                                        </p:attrNameLst>
                                      </p:cBhvr>
                                      <p:to>
                                        <p:strVal val="visible"/>
                                      </p:to>
                                    </p:set>
                                    <p:animEffect transition="in" filter="blinds(horizontal)">
                                      <p:cBhvr>
                                        <p:cTn id="298" dur="500"/>
                                        <p:tgtEl>
                                          <p:spTgt spid="80"/>
                                        </p:tgtEl>
                                      </p:cBhvr>
                                    </p:animEffect>
                                  </p:childTnLst>
                                </p:cTn>
                              </p:par>
                              <p:par>
                                <p:cTn id="299" presetID="3" presetClass="entr" presetSubtype="10" fill="hold" grpId="0" nodeType="withEffect">
                                  <p:stCondLst>
                                    <p:cond delay="0"/>
                                  </p:stCondLst>
                                  <p:childTnLst>
                                    <p:set>
                                      <p:cBhvr>
                                        <p:cTn id="300" dur="1" fill="hold">
                                          <p:stCondLst>
                                            <p:cond delay="0"/>
                                          </p:stCondLst>
                                        </p:cTn>
                                        <p:tgtEl>
                                          <p:spTgt spid="81"/>
                                        </p:tgtEl>
                                        <p:attrNameLst>
                                          <p:attrName>style.visibility</p:attrName>
                                        </p:attrNameLst>
                                      </p:cBhvr>
                                      <p:to>
                                        <p:strVal val="visible"/>
                                      </p:to>
                                    </p:set>
                                    <p:animEffect transition="in" filter="blinds(horizontal)">
                                      <p:cBhvr>
                                        <p:cTn id="301" dur="500"/>
                                        <p:tgtEl>
                                          <p:spTgt spid="81"/>
                                        </p:tgtEl>
                                      </p:cBhvr>
                                    </p:animEffect>
                                  </p:childTnLst>
                                </p:cTn>
                              </p:par>
                              <p:par>
                                <p:cTn id="302" presetID="3" presetClass="entr" presetSubtype="10" fill="hold" grpId="0" nodeType="withEffect">
                                  <p:stCondLst>
                                    <p:cond delay="0"/>
                                  </p:stCondLst>
                                  <p:childTnLst>
                                    <p:set>
                                      <p:cBhvr>
                                        <p:cTn id="303" dur="1" fill="hold">
                                          <p:stCondLst>
                                            <p:cond delay="0"/>
                                          </p:stCondLst>
                                        </p:cTn>
                                        <p:tgtEl>
                                          <p:spTgt spid="82"/>
                                        </p:tgtEl>
                                        <p:attrNameLst>
                                          <p:attrName>style.visibility</p:attrName>
                                        </p:attrNameLst>
                                      </p:cBhvr>
                                      <p:to>
                                        <p:strVal val="visible"/>
                                      </p:to>
                                    </p:set>
                                    <p:animEffect transition="in" filter="blinds(horizontal)">
                                      <p:cBhvr>
                                        <p:cTn id="304" dur="500"/>
                                        <p:tgtEl>
                                          <p:spTgt spid="82"/>
                                        </p:tgtEl>
                                      </p:cBhvr>
                                    </p:animEffect>
                                  </p:childTnLst>
                                </p:cTn>
                              </p:par>
                              <p:par>
                                <p:cTn id="305" presetID="3" presetClass="entr" presetSubtype="10" fill="hold" grpId="0" nodeType="withEffect">
                                  <p:stCondLst>
                                    <p:cond delay="0"/>
                                  </p:stCondLst>
                                  <p:childTnLst>
                                    <p:set>
                                      <p:cBhvr>
                                        <p:cTn id="306" dur="1" fill="hold">
                                          <p:stCondLst>
                                            <p:cond delay="0"/>
                                          </p:stCondLst>
                                        </p:cTn>
                                        <p:tgtEl>
                                          <p:spTgt spid="83"/>
                                        </p:tgtEl>
                                        <p:attrNameLst>
                                          <p:attrName>style.visibility</p:attrName>
                                        </p:attrNameLst>
                                      </p:cBhvr>
                                      <p:to>
                                        <p:strVal val="visible"/>
                                      </p:to>
                                    </p:set>
                                    <p:animEffect transition="in" filter="blinds(horizontal)">
                                      <p:cBhvr>
                                        <p:cTn id="307" dur="500"/>
                                        <p:tgtEl>
                                          <p:spTgt spid="83"/>
                                        </p:tgtEl>
                                      </p:cBhvr>
                                    </p:animEffect>
                                  </p:childTnLst>
                                </p:cTn>
                              </p:par>
                              <p:par>
                                <p:cTn id="308" presetID="3" presetClass="entr" presetSubtype="10" fill="hold" grpId="0" nodeType="withEffect">
                                  <p:stCondLst>
                                    <p:cond delay="0"/>
                                  </p:stCondLst>
                                  <p:childTnLst>
                                    <p:set>
                                      <p:cBhvr>
                                        <p:cTn id="309" dur="1" fill="hold">
                                          <p:stCondLst>
                                            <p:cond delay="0"/>
                                          </p:stCondLst>
                                        </p:cTn>
                                        <p:tgtEl>
                                          <p:spTgt spid="84"/>
                                        </p:tgtEl>
                                        <p:attrNameLst>
                                          <p:attrName>style.visibility</p:attrName>
                                        </p:attrNameLst>
                                      </p:cBhvr>
                                      <p:to>
                                        <p:strVal val="visible"/>
                                      </p:to>
                                    </p:set>
                                    <p:animEffect transition="in" filter="blinds(horizontal)">
                                      <p:cBhvr>
                                        <p:cTn id="310" dur="500"/>
                                        <p:tgtEl>
                                          <p:spTgt spid="84"/>
                                        </p:tgtEl>
                                      </p:cBhvr>
                                    </p:animEffect>
                                  </p:childTnLst>
                                </p:cTn>
                              </p:par>
                              <p:par>
                                <p:cTn id="311" presetID="3" presetClass="entr" presetSubtype="10" fill="hold" grpId="0" nodeType="withEffect">
                                  <p:stCondLst>
                                    <p:cond delay="0"/>
                                  </p:stCondLst>
                                  <p:childTnLst>
                                    <p:set>
                                      <p:cBhvr>
                                        <p:cTn id="312" dur="1" fill="hold">
                                          <p:stCondLst>
                                            <p:cond delay="0"/>
                                          </p:stCondLst>
                                        </p:cTn>
                                        <p:tgtEl>
                                          <p:spTgt spid="85"/>
                                        </p:tgtEl>
                                        <p:attrNameLst>
                                          <p:attrName>style.visibility</p:attrName>
                                        </p:attrNameLst>
                                      </p:cBhvr>
                                      <p:to>
                                        <p:strVal val="visible"/>
                                      </p:to>
                                    </p:set>
                                    <p:animEffect transition="in" filter="blinds(horizontal)">
                                      <p:cBhvr>
                                        <p:cTn id="313" dur="500"/>
                                        <p:tgtEl>
                                          <p:spTgt spid="85"/>
                                        </p:tgtEl>
                                      </p:cBhvr>
                                    </p:animEffect>
                                  </p:childTnLst>
                                </p:cTn>
                              </p:par>
                              <p:par>
                                <p:cTn id="314" presetID="3" presetClass="entr" presetSubtype="10" fill="hold" grpId="0" nodeType="withEffect">
                                  <p:stCondLst>
                                    <p:cond delay="0"/>
                                  </p:stCondLst>
                                  <p:childTnLst>
                                    <p:set>
                                      <p:cBhvr>
                                        <p:cTn id="315" dur="1" fill="hold">
                                          <p:stCondLst>
                                            <p:cond delay="0"/>
                                          </p:stCondLst>
                                        </p:cTn>
                                        <p:tgtEl>
                                          <p:spTgt spid="86"/>
                                        </p:tgtEl>
                                        <p:attrNameLst>
                                          <p:attrName>style.visibility</p:attrName>
                                        </p:attrNameLst>
                                      </p:cBhvr>
                                      <p:to>
                                        <p:strVal val="visible"/>
                                      </p:to>
                                    </p:set>
                                    <p:animEffect transition="in" filter="blinds(horizontal)">
                                      <p:cBhvr>
                                        <p:cTn id="316" dur="500"/>
                                        <p:tgtEl>
                                          <p:spTgt spid="86"/>
                                        </p:tgtEl>
                                      </p:cBhvr>
                                    </p:animEffect>
                                  </p:childTnLst>
                                </p:cTn>
                              </p:par>
                              <p:par>
                                <p:cTn id="317" presetID="3" presetClass="entr" presetSubtype="10" fill="hold" grpId="0" nodeType="withEffect">
                                  <p:stCondLst>
                                    <p:cond delay="0"/>
                                  </p:stCondLst>
                                  <p:childTnLst>
                                    <p:set>
                                      <p:cBhvr>
                                        <p:cTn id="318" dur="1" fill="hold">
                                          <p:stCondLst>
                                            <p:cond delay="0"/>
                                          </p:stCondLst>
                                        </p:cTn>
                                        <p:tgtEl>
                                          <p:spTgt spid="87"/>
                                        </p:tgtEl>
                                        <p:attrNameLst>
                                          <p:attrName>style.visibility</p:attrName>
                                        </p:attrNameLst>
                                      </p:cBhvr>
                                      <p:to>
                                        <p:strVal val="visible"/>
                                      </p:to>
                                    </p:set>
                                    <p:animEffect transition="in" filter="blinds(horizontal)">
                                      <p:cBhvr>
                                        <p:cTn id="319" dur="500"/>
                                        <p:tgtEl>
                                          <p:spTgt spid="87"/>
                                        </p:tgtEl>
                                      </p:cBhvr>
                                    </p:animEffect>
                                  </p:childTnLst>
                                </p:cTn>
                              </p:par>
                              <p:par>
                                <p:cTn id="320" presetID="3" presetClass="entr" presetSubtype="10" fill="hold" grpId="0" nodeType="withEffect">
                                  <p:stCondLst>
                                    <p:cond delay="0"/>
                                  </p:stCondLst>
                                  <p:childTnLst>
                                    <p:set>
                                      <p:cBhvr>
                                        <p:cTn id="321" dur="1" fill="hold">
                                          <p:stCondLst>
                                            <p:cond delay="0"/>
                                          </p:stCondLst>
                                        </p:cTn>
                                        <p:tgtEl>
                                          <p:spTgt spid="88"/>
                                        </p:tgtEl>
                                        <p:attrNameLst>
                                          <p:attrName>style.visibility</p:attrName>
                                        </p:attrNameLst>
                                      </p:cBhvr>
                                      <p:to>
                                        <p:strVal val="visible"/>
                                      </p:to>
                                    </p:set>
                                    <p:animEffect transition="in" filter="blinds(horizontal)">
                                      <p:cBhvr>
                                        <p:cTn id="322" dur="500"/>
                                        <p:tgtEl>
                                          <p:spTgt spid="88"/>
                                        </p:tgtEl>
                                      </p:cBhvr>
                                    </p:animEffect>
                                  </p:childTnLst>
                                </p:cTn>
                              </p:par>
                              <p:par>
                                <p:cTn id="323" presetID="3" presetClass="entr" presetSubtype="10" fill="hold" grpId="0" nodeType="withEffect">
                                  <p:stCondLst>
                                    <p:cond delay="0"/>
                                  </p:stCondLst>
                                  <p:childTnLst>
                                    <p:set>
                                      <p:cBhvr>
                                        <p:cTn id="324" dur="1" fill="hold">
                                          <p:stCondLst>
                                            <p:cond delay="0"/>
                                          </p:stCondLst>
                                        </p:cTn>
                                        <p:tgtEl>
                                          <p:spTgt spid="89"/>
                                        </p:tgtEl>
                                        <p:attrNameLst>
                                          <p:attrName>style.visibility</p:attrName>
                                        </p:attrNameLst>
                                      </p:cBhvr>
                                      <p:to>
                                        <p:strVal val="visible"/>
                                      </p:to>
                                    </p:set>
                                    <p:animEffect transition="in" filter="blinds(horizontal)">
                                      <p:cBhvr>
                                        <p:cTn id="325" dur="500"/>
                                        <p:tgtEl>
                                          <p:spTgt spid="89"/>
                                        </p:tgtEl>
                                      </p:cBhvr>
                                    </p:animEffect>
                                  </p:childTnLst>
                                </p:cTn>
                              </p:par>
                              <p:par>
                                <p:cTn id="326" presetID="3" presetClass="entr" presetSubtype="10" fill="hold" grpId="0" nodeType="withEffect">
                                  <p:stCondLst>
                                    <p:cond delay="0"/>
                                  </p:stCondLst>
                                  <p:childTnLst>
                                    <p:set>
                                      <p:cBhvr>
                                        <p:cTn id="327" dur="1" fill="hold">
                                          <p:stCondLst>
                                            <p:cond delay="0"/>
                                          </p:stCondLst>
                                        </p:cTn>
                                        <p:tgtEl>
                                          <p:spTgt spid="90"/>
                                        </p:tgtEl>
                                        <p:attrNameLst>
                                          <p:attrName>style.visibility</p:attrName>
                                        </p:attrNameLst>
                                      </p:cBhvr>
                                      <p:to>
                                        <p:strVal val="visible"/>
                                      </p:to>
                                    </p:set>
                                    <p:animEffect transition="in" filter="blinds(horizontal)">
                                      <p:cBhvr>
                                        <p:cTn id="328" dur="500"/>
                                        <p:tgtEl>
                                          <p:spTgt spid="90"/>
                                        </p:tgtEl>
                                      </p:cBhvr>
                                    </p:animEffect>
                                  </p:childTnLst>
                                </p:cTn>
                              </p:par>
                              <p:par>
                                <p:cTn id="329" presetID="3" presetClass="entr" presetSubtype="10" fill="hold" grpId="0" nodeType="withEffect">
                                  <p:stCondLst>
                                    <p:cond delay="0"/>
                                  </p:stCondLst>
                                  <p:childTnLst>
                                    <p:set>
                                      <p:cBhvr>
                                        <p:cTn id="330" dur="1" fill="hold">
                                          <p:stCondLst>
                                            <p:cond delay="0"/>
                                          </p:stCondLst>
                                        </p:cTn>
                                        <p:tgtEl>
                                          <p:spTgt spid="91"/>
                                        </p:tgtEl>
                                        <p:attrNameLst>
                                          <p:attrName>style.visibility</p:attrName>
                                        </p:attrNameLst>
                                      </p:cBhvr>
                                      <p:to>
                                        <p:strVal val="visible"/>
                                      </p:to>
                                    </p:set>
                                    <p:animEffect transition="in" filter="blinds(horizontal)">
                                      <p:cBhvr>
                                        <p:cTn id="331" dur="500"/>
                                        <p:tgtEl>
                                          <p:spTgt spid="91"/>
                                        </p:tgtEl>
                                      </p:cBhvr>
                                    </p:animEffect>
                                  </p:childTnLst>
                                </p:cTn>
                              </p:par>
                              <p:par>
                                <p:cTn id="332" presetID="3" presetClass="entr" presetSubtype="10" fill="hold" grpId="0" nodeType="withEffect">
                                  <p:stCondLst>
                                    <p:cond delay="0"/>
                                  </p:stCondLst>
                                  <p:childTnLst>
                                    <p:set>
                                      <p:cBhvr>
                                        <p:cTn id="333" dur="1" fill="hold">
                                          <p:stCondLst>
                                            <p:cond delay="0"/>
                                          </p:stCondLst>
                                        </p:cTn>
                                        <p:tgtEl>
                                          <p:spTgt spid="92"/>
                                        </p:tgtEl>
                                        <p:attrNameLst>
                                          <p:attrName>style.visibility</p:attrName>
                                        </p:attrNameLst>
                                      </p:cBhvr>
                                      <p:to>
                                        <p:strVal val="visible"/>
                                      </p:to>
                                    </p:set>
                                    <p:animEffect transition="in" filter="blinds(horizontal)">
                                      <p:cBhvr>
                                        <p:cTn id="334" dur="500"/>
                                        <p:tgtEl>
                                          <p:spTgt spid="92"/>
                                        </p:tgtEl>
                                      </p:cBhvr>
                                    </p:animEffect>
                                  </p:childTnLst>
                                </p:cTn>
                              </p:par>
                              <p:par>
                                <p:cTn id="335" presetID="3" presetClass="entr" presetSubtype="10" fill="hold" grpId="1" nodeType="withEffect">
                                  <p:stCondLst>
                                    <p:cond delay="0"/>
                                  </p:stCondLst>
                                  <p:childTnLst>
                                    <p:set>
                                      <p:cBhvr>
                                        <p:cTn id="336" dur="1" fill="hold">
                                          <p:stCondLst>
                                            <p:cond delay="0"/>
                                          </p:stCondLst>
                                        </p:cTn>
                                        <p:tgtEl>
                                          <p:spTgt spid="93"/>
                                        </p:tgtEl>
                                        <p:attrNameLst>
                                          <p:attrName>style.visibility</p:attrName>
                                        </p:attrNameLst>
                                      </p:cBhvr>
                                      <p:to>
                                        <p:strVal val="visible"/>
                                      </p:to>
                                    </p:set>
                                    <p:animEffect transition="in" filter="blinds(horizontal)">
                                      <p:cBhvr>
                                        <p:cTn id="337" dur="500"/>
                                        <p:tgtEl>
                                          <p:spTgt spid="93"/>
                                        </p:tgtEl>
                                      </p:cBhvr>
                                    </p:animEffect>
                                  </p:childTnLst>
                                </p:cTn>
                              </p:par>
                              <p:par>
                                <p:cTn id="338" presetID="3" presetClass="entr" presetSubtype="10" fill="hold" grpId="1" nodeType="withEffect">
                                  <p:stCondLst>
                                    <p:cond delay="0"/>
                                  </p:stCondLst>
                                  <p:childTnLst>
                                    <p:set>
                                      <p:cBhvr>
                                        <p:cTn id="339" dur="1" fill="hold">
                                          <p:stCondLst>
                                            <p:cond delay="0"/>
                                          </p:stCondLst>
                                        </p:cTn>
                                        <p:tgtEl>
                                          <p:spTgt spid="94"/>
                                        </p:tgtEl>
                                        <p:attrNameLst>
                                          <p:attrName>style.visibility</p:attrName>
                                        </p:attrNameLst>
                                      </p:cBhvr>
                                      <p:to>
                                        <p:strVal val="visible"/>
                                      </p:to>
                                    </p:set>
                                    <p:animEffect transition="in" filter="blinds(horizontal)">
                                      <p:cBhvr>
                                        <p:cTn id="340" dur="500"/>
                                        <p:tgtEl>
                                          <p:spTgt spid="94"/>
                                        </p:tgtEl>
                                      </p:cBhvr>
                                    </p:animEffect>
                                  </p:childTnLst>
                                </p:cTn>
                              </p:par>
                              <p:par>
                                <p:cTn id="341" presetID="3" presetClass="entr" presetSubtype="10" fill="hold" grpId="1" nodeType="withEffect">
                                  <p:stCondLst>
                                    <p:cond delay="0"/>
                                  </p:stCondLst>
                                  <p:childTnLst>
                                    <p:set>
                                      <p:cBhvr>
                                        <p:cTn id="342" dur="1" fill="hold">
                                          <p:stCondLst>
                                            <p:cond delay="0"/>
                                          </p:stCondLst>
                                        </p:cTn>
                                        <p:tgtEl>
                                          <p:spTgt spid="95"/>
                                        </p:tgtEl>
                                        <p:attrNameLst>
                                          <p:attrName>style.visibility</p:attrName>
                                        </p:attrNameLst>
                                      </p:cBhvr>
                                      <p:to>
                                        <p:strVal val="visible"/>
                                      </p:to>
                                    </p:set>
                                    <p:animEffect transition="in" filter="blinds(horizontal)">
                                      <p:cBhvr>
                                        <p:cTn id="343" dur="500"/>
                                        <p:tgtEl>
                                          <p:spTgt spid="95"/>
                                        </p:tgtEl>
                                      </p:cBhvr>
                                    </p:animEffect>
                                  </p:childTnLst>
                                </p:cTn>
                              </p:par>
                              <p:par>
                                <p:cTn id="344" presetID="3" presetClass="entr" presetSubtype="10" fill="hold" grpId="1" nodeType="withEffect">
                                  <p:stCondLst>
                                    <p:cond delay="0"/>
                                  </p:stCondLst>
                                  <p:childTnLst>
                                    <p:set>
                                      <p:cBhvr>
                                        <p:cTn id="345" dur="1" fill="hold">
                                          <p:stCondLst>
                                            <p:cond delay="0"/>
                                          </p:stCondLst>
                                        </p:cTn>
                                        <p:tgtEl>
                                          <p:spTgt spid="96"/>
                                        </p:tgtEl>
                                        <p:attrNameLst>
                                          <p:attrName>style.visibility</p:attrName>
                                        </p:attrNameLst>
                                      </p:cBhvr>
                                      <p:to>
                                        <p:strVal val="visible"/>
                                      </p:to>
                                    </p:set>
                                    <p:animEffect transition="in" filter="blinds(horizontal)">
                                      <p:cBhvr>
                                        <p:cTn id="346" dur="500"/>
                                        <p:tgtEl>
                                          <p:spTgt spid="96"/>
                                        </p:tgtEl>
                                      </p:cBhvr>
                                    </p:animEffect>
                                  </p:childTnLst>
                                </p:cTn>
                              </p:par>
                              <p:par>
                                <p:cTn id="347" presetID="3" presetClass="entr" presetSubtype="10" fill="hold" grpId="1" nodeType="withEffect">
                                  <p:stCondLst>
                                    <p:cond delay="0"/>
                                  </p:stCondLst>
                                  <p:childTnLst>
                                    <p:set>
                                      <p:cBhvr>
                                        <p:cTn id="348" dur="1" fill="hold">
                                          <p:stCondLst>
                                            <p:cond delay="0"/>
                                          </p:stCondLst>
                                        </p:cTn>
                                        <p:tgtEl>
                                          <p:spTgt spid="97"/>
                                        </p:tgtEl>
                                        <p:attrNameLst>
                                          <p:attrName>style.visibility</p:attrName>
                                        </p:attrNameLst>
                                      </p:cBhvr>
                                      <p:to>
                                        <p:strVal val="visible"/>
                                      </p:to>
                                    </p:set>
                                    <p:animEffect transition="in" filter="blinds(horizontal)">
                                      <p:cBhvr>
                                        <p:cTn id="349" dur="500"/>
                                        <p:tgtEl>
                                          <p:spTgt spid="97"/>
                                        </p:tgtEl>
                                      </p:cBhvr>
                                    </p:animEffect>
                                  </p:childTnLst>
                                </p:cTn>
                              </p:par>
                              <p:par>
                                <p:cTn id="350" presetID="3" presetClass="entr" presetSubtype="10" fill="hold" grpId="1" nodeType="withEffect">
                                  <p:stCondLst>
                                    <p:cond delay="0"/>
                                  </p:stCondLst>
                                  <p:childTnLst>
                                    <p:set>
                                      <p:cBhvr>
                                        <p:cTn id="351" dur="1" fill="hold">
                                          <p:stCondLst>
                                            <p:cond delay="0"/>
                                          </p:stCondLst>
                                        </p:cTn>
                                        <p:tgtEl>
                                          <p:spTgt spid="98"/>
                                        </p:tgtEl>
                                        <p:attrNameLst>
                                          <p:attrName>style.visibility</p:attrName>
                                        </p:attrNameLst>
                                      </p:cBhvr>
                                      <p:to>
                                        <p:strVal val="visible"/>
                                      </p:to>
                                    </p:set>
                                    <p:animEffect transition="in" filter="blinds(horizontal)">
                                      <p:cBhvr>
                                        <p:cTn id="352" dur="500"/>
                                        <p:tgtEl>
                                          <p:spTgt spid="98"/>
                                        </p:tgtEl>
                                      </p:cBhvr>
                                    </p:animEffect>
                                  </p:childTnLst>
                                </p:cTn>
                              </p:par>
                              <p:par>
                                <p:cTn id="353" presetID="3" presetClass="entr" presetSubtype="10" fill="hold" grpId="1" nodeType="withEffect">
                                  <p:stCondLst>
                                    <p:cond delay="0"/>
                                  </p:stCondLst>
                                  <p:childTnLst>
                                    <p:set>
                                      <p:cBhvr>
                                        <p:cTn id="354" dur="1" fill="hold">
                                          <p:stCondLst>
                                            <p:cond delay="0"/>
                                          </p:stCondLst>
                                        </p:cTn>
                                        <p:tgtEl>
                                          <p:spTgt spid="99"/>
                                        </p:tgtEl>
                                        <p:attrNameLst>
                                          <p:attrName>style.visibility</p:attrName>
                                        </p:attrNameLst>
                                      </p:cBhvr>
                                      <p:to>
                                        <p:strVal val="visible"/>
                                      </p:to>
                                    </p:set>
                                    <p:animEffect transition="in" filter="blinds(horizontal)">
                                      <p:cBhvr>
                                        <p:cTn id="355" dur="500"/>
                                        <p:tgtEl>
                                          <p:spTgt spid="99"/>
                                        </p:tgtEl>
                                      </p:cBhvr>
                                    </p:animEffect>
                                  </p:childTnLst>
                                </p:cTn>
                              </p:par>
                              <p:par>
                                <p:cTn id="356" presetID="3" presetClass="entr" presetSubtype="10" fill="hold" grpId="1" nodeType="withEffect">
                                  <p:stCondLst>
                                    <p:cond delay="0"/>
                                  </p:stCondLst>
                                  <p:childTnLst>
                                    <p:set>
                                      <p:cBhvr>
                                        <p:cTn id="357" dur="1" fill="hold">
                                          <p:stCondLst>
                                            <p:cond delay="0"/>
                                          </p:stCondLst>
                                        </p:cTn>
                                        <p:tgtEl>
                                          <p:spTgt spid="100"/>
                                        </p:tgtEl>
                                        <p:attrNameLst>
                                          <p:attrName>style.visibility</p:attrName>
                                        </p:attrNameLst>
                                      </p:cBhvr>
                                      <p:to>
                                        <p:strVal val="visible"/>
                                      </p:to>
                                    </p:set>
                                    <p:animEffect transition="in" filter="blinds(horizontal)">
                                      <p:cBhvr>
                                        <p:cTn id="358" dur="500"/>
                                        <p:tgtEl>
                                          <p:spTgt spid="100"/>
                                        </p:tgtEl>
                                      </p:cBhvr>
                                    </p:animEffect>
                                  </p:childTnLst>
                                </p:cTn>
                              </p:par>
                              <p:par>
                                <p:cTn id="359" presetID="3" presetClass="entr" presetSubtype="10" fill="hold" grpId="1" nodeType="withEffect">
                                  <p:stCondLst>
                                    <p:cond delay="0"/>
                                  </p:stCondLst>
                                  <p:childTnLst>
                                    <p:set>
                                      <p:cBhvr>
                                        <p:cTn id="360" dur="1" fill="hold">
                                          <p:stCondLst>
                                            <p:cond delay="0"/>
                                          </p:stCondLst>
                                        </p:cTn>
                                        <p:tgtEl>
                                          <p:spTgt spid="101"/>
                                        </p:tgtEl>
                                        <p:attrNameLst>
                                          <p:attrName>style.visibility</p:attrName>
                                        </p:attrNameLst>
                                      </p:cBhvr>
                                      <p:to>
                                        <p:strVal val="visible"/>
                                      </p:to>
                                    </p:set>
                                    <p:animEffect transition="in" filter="blinds(horizontal)">
                                      <p:cBhvr>
                                        <p:cTn id="361" dur="500"/>
                                        <p:tgtEl>
                                          <p:spTgt spid="101"/>
                                        </p:tgtEl>
                                      </p:cBhvr>
                                    </p:animEffect>
                                  </p:childTnLst>
                                </p:cTn>
                              </p:par>
                              <p:par>
                                <p:cTn id="362" presetID="3" presetClass="entr" presetSubtype="10" fill="hold" grpId="1" nodeType="withEffect">
                                  <p:stCondLst>
                                    <p:cond delay="0"/>
                                  </p:stCondLst>
                                  <p:childTnLst>
                                    <p:set>
                                      <p:cBhvr>
                                        <p:cTn id="363" dur="1" fill="hold">
                                          <p:stCondLst>
                                            <p:cond delay="0"/>
                                          </p:stCondLst>
                                        </p:cTn>
                                        <p:tgtEl>
                                          <p:spTgt spid="102"/>
                                        </p:tgtEl>
                                        <p:attrNameLst>
                                          <p:attrName>style.visibility</p:attrName>
                                        </p:attrNameLst>
                                      </p:cBhvr>
                                      <p:to>
                                        <p:strVal val="visible"/>
                                      </p:to>
                                    </p:set>
                                    <p:animEffect transition="in" filter="blinds(horizontal)">
                                      <p:cBhvr>
                                        <p:cTn id="364" dur="500"/>
                                        <p:tgtEl>
                                          <p:spTgt spid="102"/>
                                        </p:tgtEl>
                                      </p:cBhvr>
                                    </p:animEffect>
                                  </p:childTnLst>
                                </p:cTn>
                              </p:par>
                              <p:par>
                                <p:cTn id="365" presetID="3" presetClass="entr" presetSubtype="10" fill="hold" grpId="1" nodeType="withEffect">
                                  <p:stCondLst>
                                    <p:cond delay="0"/>
                                  </p:stCondLst>
                                  <p:childTnLst>
                                    <p:set>
                                      <p:cBhvr>
                                        <p:cTn id="366" dur="1" fill="hold">
                                          <p:stCondLst>
                                            <p:cond delay="0"/>
                                          </p:stCondLst>
                                        </p:cTn>
                                        <p:tgtEl>
                                          <p:spTgt spid="103"/>
                                        </p:tgtEl>
                                        <p:attrNameLst>
                                          <p:attrName>style.visibility</p:attrName>
                                        </p:attrNameLst>
                                      </p:cBhvr>
                                      <p:to>
                                        <p:strVal val="visible"/>
                                      </p:to>
                                    </p:set>
                                    <p:animEffect transition="in" filter="blinds(horizontal)">
                                      <p:cBhvr>
                                        <p:cTn id="367" dur="500"/>
                                        <p:tgtEl>
                                          <p:spTgt spid="103"/>
                                        </p:tgtEl>
                                      </p:cBhvr>
                                    </p:animEffect>
                                  </p:childTnLst>
                                </p:cTn>
                              </p:par>
                              <p:par>
                                <p:cTn id="368" presetID="3" presetClass="entr" presetSubtype="10" fill="hold" grpId="1" nodeType="withEffect">
                                  <p:stCondLst>
                                    <p:cond delay="0"/>
                                  </p:stCondLst>
                                  <p:childTnLst>
                                    <p:set>
                                      <p:cBhvr>
                                        <p:cTn id="369" dur="1" fill="hold">
                                          <p:stCondLst>
                                            <p:cond delay="0"/>
                                          </p:stCondLst>
                                        </p:cTn>
                                        <p:tgtEl>
                                          <p:spTgt spid="104"/>
                                        </p:tgtEl>
                                        <p:attrNameLst>
                                          <p:attrName>style.visibility</p:attrName>
                                        </p:attrNameLst>
                                      </p:cBhvr>
                                      <p:to>
                                        <p:strVal val="visible"/>
                                      </p:to>
                                    </p:set>
                                    <p:animEffect transition="in" filter="blinds(horizontal)">
                                      <p:cBhvr>
                                        <p:cTn id="370" dur="500"/>
                                        <p:tgtEl>
                                          <p:spTgt spid="104"/>
                                        </p:tgtEl>
                                      </p:cBhvr>
                                    </p:animEffect>
                                  </p:childTnLst>
                                </p:cTn>
                              </p:par>
                              <p:par>
                                <p:cTn id="371" presetID="3" presetClass="entr" presetSubtype="10" fill="hold" grpId="1" nodeType="withEffect">
                                  <p:stCondLst>
                                    <p:cond delay="0"/>
                                  </p:stCondLst>
                                  <p:childTnLst>
                                    <p:set>
                                      <p:cBhvr>
                                        <p:cTn id="372" dur="1" fill="hold">
                                          <p:stCondLst>
                                            <p:cond delay="0"/>
                                          </p:stCondLst>
                                        </p:cTn>
                                        <p:tgtEl>
                                          <p:spTgt spid="105"/>
                                        </p:tgtEl>
                                        <p:attrNameLst>
                                          <p:attrName>style.visibility</p:attrName>
                                        </p:attrNameLst>
                                      </p:cBhvr>
                                      <p:to>
                                        <p:strVal val="visible"/>
                                      </p:to>
                                    </p:set>
                                    <p:animEffect transition="in" filter="blinds(horizontal)">
                                      <p:cBhvr>
                                        <p:cTn id="373"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19" grpId="2" animBg="1"/>
      <p:bldP spid="20" grpId="0"/>
      <p:bldP spid="21" grpId="0"/>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3" grpId="1" animBg="1"/>
      <p:bldP spid="94" grpId="0" animBg="1"/>
      <p:bldP spid="94" grpId="1" animBg="1"/>
      <p:bldP spid="95" grpId="0" animBg="1"/>
      <p:bldP spid="95" grpId="1" animBg="1"/>
      <p:bldP spid="96" grpId="0" animBg="1"/>
      <p:bldP spid="96" grpId="1" animBg="1"/>
      <p:bldP spid="97" grpId="0" animBg="1"/>
      <p:bldP spid="97" grpId="1" animBg="1"/>
      <p:bldP spid="98" grpId="0" animBg="1"/>
      <p:bldP spid="98" grpId="1" animBg="1"/>
      <p:bldP spid="99" grpId="0" animBg="1"/>
      <p:bldP spid="99" grpId="1" animBg="1"/>
      <p:bldP spid="100" grpId="0" animBg="1"/>
      <p:bldP spid="100" grpId="1" animBg="1"/>
      <p:bldP spid="101" grpId="0" animBg="1"/>
      <p:bldP spid="101" grpId="1" animBg="1"/>
      <p:bldP spid="102" grpId="0" animBg="1"/>
      <p:bldP spid="102" grpId="1" animBg="1"/>
      <p:bldP spid="103" grpId="0" animBg="1"/>
      <p:bldP spid="103" grpId="1" animBg="1"/>
      <p:bldP spid="104" grpId="0" animBg="1"/>
      <p:bldP spid="104" grpId="1" animBg="1"/>
      <p:bldP spid="105" grpId="0" animBg="1"/>
      <p:bldP spid="105" grpId="1" animBg="1"/>
      <p:bldP spid="107" grpId="0" animBg="1"/>
      <p:bldP spid="108" grpId="0" animBg="1"/>
      <p:bldP spid="109" grpId="0" animBg="1"/>
      <p:bldP spid="111" grpId="0" animBg="1"/>
      <p:bldP spid="112" grpId="0" animBg="1"/>
      <p:bldP spid="1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ED4E2352-2BC8-354D-AFAA-B84026C983F3}"/>
              </a:ext>
            </a:extLst>
          </p:cNvPr>
          <p:cNvPicPr>
            <a:picLocks noChangeAspect="1"/>
          </p:cNvPicPr>
          <p:nvPr/>
        </p:nvPicPr>
        <p:blipFill>
          <a:blip r:embed="rId2"/>
          <a:stretch>
            <a:fillRect/>
          </a:stretch>
        </p:blipFill>
        <p:spPr>
          <a:xfrm>
            <a:off x="9915810" y="1721561"/>
            <a:ext cx="1739900" cy="1155700"/>
          </a:xfrm>
          <a:prstGeom prst="rect">
            <a:avLst/>
          </a:prstGeom>
        </p:spPr>
      </p:pic>
      <p:sp>
        <p:nvSpPr>
          <p:cNvPr id="2" name="Título 1">
            <a:extLst>
              <a:ext uri="{FF2B5EF4-FFF2-40B4-BE49-F238E27FC236}">
                <a16:creationId xmlns:a16="http://schemas.microsoft.com/office/drawing/2014/main" id="{BF7B3E49-E162-7745-A4E8-9E9FC55C08DE}"/>
              </a:ext>
            </a:extLst>
          </p:cNvPr>
          <p:cNvSpPr>
            <a:spLocks noGrp="1"/>
          </p:cNvSpPr>
          <p:nvPr>
            <p:ph type="title"/>
          </p:nvPr>
        </p:nvSpPr>
        <p:spPr/>
        <p:txBody>
          <a:bodyPr/>
          <a:lstStyle/>
          <a:p>
            <a:r>
              <a:rPr lang="es-ES_tradnl" dirty="0"/>
              <a:t>Ejemplo de problema</a:t>
            </a:r>
          </a:p>
        </p:txBody>
      </p:sp>
      <p:pic>
        <p:nvPicPr>
          <p:cNvPr id="4" name="Imagen 3">
            <a:extLst>
              <a:ext uri="{FF2B5EF4-FFF2-40B4-BE49-F238E27FC236}">
                <a16:creationId xmlns:a16="http://schemas.microsoft.com/office/drawing/2014/main" id="{9EC2A03A-1955-8B4D-95CD-9D4066BA8B71}"/>
              </a:ext>
            </a:extLst>
          </p:cNvPr>
          <p:cNvPicPr>
            <a:picLocks noChangeAspect="1"/>
          </p:cNvPicPr>
          <p:nvPr/>
        </p:nvPicPr>
        <p:blipFill>
          <a:blip r:embed="rId3"/>
          <a:stretch>
            <a:fillRect/>
          </a:stretch>
        </p:blipFill>
        <p:spPr>
          <a:xfrm>
            <a:off x="9008898" y="2881238"/>
            <a:ext cx="1435100" cy="1409700"/>
          </a:xfrm>
          <a:prstGeom prst="rect">
            <a:avLst/>
          </a:prstGeom>
        </p:spPr>
      </p:pic>
      <p:pic>
        <p:nvPicPr>
          <p:cNvPr id="5" name="Imagen 4">
            <a:extLst>
              <a:ext uri="{FF2B5EF4-FFF2-40B4-BE49-F238E27FC236}">
                <a16:creationId xmlns:a16="http://schemas.microsoft.com/office/drawing/2014/main" id="{D06D7434-F8B0-C64A-932D-1346E3D6535C}"/>
              </a:ext>
            </a:extLst>
          </p:cNvPr>
          <p:cNvPicPr>
            <a:picLocks noChangeAspect="1"/>
          </p:cNvPicPr>
          <p:nvPr/>
        </p:nvPicPr>
        <p:blipFill>
          <a:blip r:embed="rId4"/>
          <a:stretch>
            <a:fillRect/>
          </a:stretch>
        </p:blipFill>
        <p:spPr>
          <a:xfrm>
            <a:off x="10422672" y="2865606"/>
            <a:ext cx="1422400" cy="1422400"/>
          </a:xfrm>
          <a:prstGeom prst="rect">
            <a:avLst/>
          </a:prstGeom>
        </p:spPr>
      </p:pic>
      <p:pic>
        <p:nvPicPr>
          <p:cNvPr id="6" name="Imagen 5">
            <a:extLst>
              <a:ext uri="{FF2B5EF4-FFF2-40B4-BE49-F238E27FC236}">
                <a16:creationId xmlns:a16="http://schemas.microsoft.com/office/drawing/2014/main" id="{600D1F1C-2846-864A-B549-4091126D0DE8}"/>
              </a:ext>
            </a:extLst>
          </p:cNvPr>
          <p:cNvPicPr>
            <a:picLocks noChangeAspect="1"/>
          </p:cNvPicPr>
          <p:nvPr/>
        </p:nvPicPr>
        <p:blipFill>
          <a:blip r:embed="rId5"/>
          <a:stretch>
            <a:fillRect/>
          </a:stretch>
        </p:blipFill>
        <p:spPr>
          <a:xfrm>
            <a:off x="8671776" y="1721561"/>
            <a:ext cx="1739900" cy="1155700"/>
          </a:xfrm>
          <a:prstGeom prst="rect">
            <a:avLst/>
          </a:prstGeom>
        </p:spPr>
      </p:pic>
      <p:pic>
        <p:nvPicPr>
          <p:cNvPr id="7" name="Imagen 6">
            <a:extLst>
              <a:ext uri="{FF2B5EF4-FFF2-40B4-BE49-F238E27FC236}">
                <a16:creationId xmlns:a16="http://schemas.microsoft.com/office/drawing/2014/main" id="{E25BD118-04A9-AD41-A26D-CBA9696C0560}"/>
              </a:ext>
            </a:extLst>
          </p:cNvPr>
          <p:cNvPicPr>
            <a:picLocks noChangeAspect="1"/>
          </p:cNvPicPr>
          <p:nvPr/>
        </p:nvPicPr>
        <p:blipFill>
          <a:blip r:embed="rId6"/>
          <a:stretch>
            <a:fillRect/>
          </a:stretch>
        </p:blipFill>
        <p:spPr>
          <a:xfrm>
            <a:off x="9776911" y="4365251"/>
            <a:ext cx="1905000" cy="1066800"/>
          </a:xfrm>
          <a:prstGeom prst="rect">
            <a:avLst/>
          </a:prstGeom>
        </p:spPr>
      </p:pic>
      <p:pic>
        <p:nvPicPr>
          <p:cNvPr id="10" name="Imagen 9">
            <a:extLst>
              <a:ext uri="{FF2B5EF4-FFF2-40B4-BE49-F238E27FC236}">
                <a16:creationId xmlns:a16="http://schemas.microsoft.com/office/drawing/2014/main" id="{44343921-49F4-8B49-B37E-EE9F92AAB48C}"/>
              </a:ext>
            </a:extLst>
          </p:cNvPr>
          <p:cNvPicPr>
            <a:picLocks noChangeAspect="1"/>
          </p:cNvPicPr>
          <p:nvPr/>
        </p:nvPicPr>
        <p:blipFill>
          <a:blip r:embed="rId7"/>
          <a:stretch>
            <a:fillRect/>
          </a:stretch>
        </p:blipFill>
        <p:spPr>
          <a:xfrm>
            <a:off x="8293385" y="4303331"/>
            <a:ext cx="1422400" cy="1422400"/>
          </a:xfrm>
          <a:prstGeom prst="rect">
            <a:avLst/>
          </a:prstGeom>
        </p:spPr>
      </p:pic>
      <p:cxnSp>
        <p:nvCxnSpPr>
          <p:cNvPr id="11" name="Conector recto 10">
            <a:extLst>
              <a:ext uri="{FF2B5EF4-FFF2-40B4-BE49-F238E27FC236}">
                <a16:creationId xmlns:a16="http://schemas.microsoft.com/office/drawing/2014/main" id="{3B8D9315-4713-FA40-9D35-C4F0DBE01235}"/>
              </a:ext>
            </a:extLst>
          </p:cNvPr>
          <p:cNvCxnSpPr/>
          <p:nvPr/>
        </p:nvCxnSpPr>
        <p:spPr>
          <a:xfrm>
            <a:off x="643180" y="5122190"/>
            <a:ext cx="36885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C39205CE-4BDB-6948-8ECD-8D3F23EDDDD1}"/>
              </a:ext>
            </a:extLst>
          </p:cNvPr>
          <p:cNvCxnSpPr/>
          <p:nvPr/>
        </p:nvCxnSpPr>
        <p:spPr>
          <a:xfrm flipV="1">
            <a:off x="835371" y="2371241"/>
            <a:ext cx="0" cy="3006671"/>
          </a:xfrm>
          <a:prstGeom prst="line">
            <a:avLst/>
          </a:prstGeom>
        </p:spPr>
        <p:style>
          <a:lnRef idx="2">
            <a:schemeClr val="accent1"/>
          </a:lnRef>
          <a:fillRef idx="0">
            <a:schemeClr val="accent1"/>
          </a:fillRef>
          <a:effectRef idx="1">
            <a:schemeClr val="accent1"/>
          </a:effectRef>
          <a:fontRef idx="minor">
            <a:schemeClr val="tx1"/>
          </a:fontRef>
        </p:style>
      </p:cxnSp>
      <p:sp>
        <p:nvSpPr>
          <p:cNvPr id="13" name="Elipse 12">
            <a:extLst>
              <a:ext uri="{FF2B5EF4-FFF2-40B4-BE49-F238E27FC236}">
                <a16:creationId xmlns:a16="http://schemas.microsoft.com/office/drawing/2014/main" id="{555BD95C-8921-BA41-A323-FAD81C91F5C9}"/>
              </a:ext>
            </a:extLst>
          </p:cNvPr>
          <p:cNvSpPr/>
          <p:nvPr/>
        </p:nvSpPr>
        <p:spPr>
          <a:xfrm>
            <a:off x="2359848" y="3496210"/>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4" name="Elipse 13">
            <a:extLst>
              <a:ext uri="{FF2B5EF4-FFF2-40B4-BE49-F238E27FC236}">
                <a16:creationId xmlns:a16="http://schemas.microsoft.com/office/drawing/2014/main" id="{F2D9A119-6001-D746-B167-F03D0763D5EB}"/>
              </a:ext>
            </a:extLst>
          </p:cNvPr>
          <p:cNvSpPr/>
          <p:nvPr/>
        </p:nvSpPr>
        <p:spPr>
          <a:xfrm>
            <a:off x="2578116" y="3076576"/>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5" name="Elipse 14">
            <a:extLst>
              <a:ext uri="{FF2B5EF4-FFF2-40B4-BE49-F238E27FC236}">
                <a16:creationId xmlns:a16="http://schemas.microsoft.com/office/drawing/2014/main" id="{6C5C4DE5-3DFB-C94E-A7D2-5D72C595663B}"/>
              </a:ext>
            </a:extLst>
          </p:cNvPr>
          <p:cNvSpPr/>
          <p:nvPr/>
        </p:nvSpPr>
        <p:spPr>
          <a:xfrm>
            <a:off x="2993219" y="3514241"/>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6" name="Elipse 15">
            <a:extLst>
              <a:ext uri="{FF2B5EF4-FFF2-40B4-BE49-F238E27FC236}">
                <a16:creationId xmlns:a16="http://schemas.microsoft.com/office/drawing/2014/main" id="{CB2EFEFD-6FF9-D946-B770-5B8F1105BB46}"/>
              </a:ext>
            </a:extLst>
          </p:cNvPr>
          <p:cNvSpPr/>
          <p:nvPr/>
        </p:nvSpPr>
        <p:spPr>
          <a:xfrm>
            <a:off x="2652452" y="3688435"/>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7" name="Elipse 16">
            <a:extLst>
              <a:ext uri="{FF2B5EF4-FFF2-40B4-BE49-F238E27FC236}">
                <a16:creationId xmlns:a16="http://schemas.microsoft.com/office/drawing/2014/main" id="{A7D1AE85-8A82-824A-A58E-B696DC7B72E3}"/>
              </a:ext>
            </a:extLst>
          </p:cNvPr>
          <p:cNvSpPr/>
          <p:nvPr/>
        </p:nvSpPr>
        <p:spPr>
          <a:xfrm>
            <a:off x="2242320" y="3205562"/>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8" name="Elipse 17">
            <a:extLst>
              <a:ext uri="{FF2B5EF4-FFF2-40B4-BE49-F238E27FC236}">
                <a16:creationId xmlns:a16="http://schemas.microsoft.com/office/drawing/2014/main" id="{F5688F84-DC3A-A340-841C-274D85849E25}"/>
              </a:ext>
            </a:extLst>
          </p:cNvPr>
          <p:cNvSpPr/>
          <p:nvPr/>
        </p:nvSpPr>
        <p:spPr>
          <a:xfrm>
            <a:off x="2734390" y="3252057"/>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9" name="Elipse 18">
            <a:extLst>
              <a:ext uri="{FF2B5EF4-FFF2-40B4-BE49-F238E27FC236}">
                <a16:creationId xmlns:a16="http://schemas.microsoft.com/office/drawing/2014/main" id="{1CED1EC5-B860-664D-ABDC-F6DA9726CC5C}"/>
              </a:ext>
            </a:extLst>
          </p:cNvPr>
          <p:cNvSpPr/>
          <p:nvPr/>
        </p:nvSpPr>
        <p:spPr>
          <a:xfrm>
            <a:off x="2980533" y="3076576"/>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0" name="CuadroTexto 19">
            <a:extLst>
              <a:ext uri="{FF2B5EF4-FFF2-40B4-BE49-F238E27FC236}">
                <a16:creationId xmlns:a16="http://schemas.microsoft.com/office/drawing/2014/main" id="{6C2093F8-D3E5-5748-9551-C1485FE58297}"/>
              </a:ext>
            </a:extLst>
          </p:cNvPr>
          <p:cNvSpPr txBox="1"/>
          <p:nvPr/>
        </p:nvSpPr>
        <p:spPr>
          <a:xfrm>
            <a:off x="4026884" y="5135216"/>
            <a:ext cx="421910" cy="369332"/>
          </a:xfrm>
          <a:prstGeom prst="rect">
            <a:avLst/>
          </a:prstGeom>
          <a:noFill/>
        </p:spPr>
        <p:txBody>
          <a:bodyPr wrap="none" rtlCol="0">
            <a:spAutoFit/>
          </a:bodyPr>
          <a:lstStyle/>
          <a:p>
            <a:r>
              <a:rPr lang="es-ES_tradnl" dirty="0"/>
              <a:t>X1</a:t>
            </a:r>
          </a:p>
        </p:txBody>
      </p:sp>
      <p:sp>
        <p:nvSpPr>
          <p:cNvPr id="21" name="CuadroTexto 20">
            <a:extLst>
              <a:ext uri="{FF2B5EF4-FFF2-40B4-BE49-F238E27FC236}">
                <a16:creationId xmlns:a16="http://schemas.microsoft.com/office/drawing/2014/main" id="{5E88F9F6-D071-C744-AE38-DC9B8BAF0413}"/>
              </a:ext>
            </a:extLst>
          </p:cNvPr>
          <p:cNvSpPr txBox="1"/>
          <p:nvPr/>
        </p:nvSpPr>
        <p:spPr>
          <a:xfrm>
            <a:off x="498749" y="2288329"/>
            <a:ext cx="401072" cy="369332"/>
          </a:xfrm>
          <a:prstGeom prst="rect">
            <a:avLst/>
          </a:prstGeom>
          <a:noFill/>
        </p:spPr>
        <p:txBody>
          <a:bodyPr wrap="none" rtlCol="0">
            <a:spAutoFit/>
          </a:bodyPr>
          <a:lstStyle/>
          <a:p>
            <a:r>
              <a:rPr lang="es-ES_tradnl" dirty="0"/>
              <a:t>x2</a:t>
            </a:r>
          </a:p>
        </p:txBody>
      </p:sp>
      <p:sp>
        <p:nvSpPr>
          <p:cNvPr id="22" name="Elipse 21">
            <a:extLst>
              <a:ext uri="{FF2B5EF4-FFF2-40B4-BE49-F238E27FC236}">
                <a16:creationId xmlns:a16="http://schemas.microsoft.com/office/drawing/2014/main" id="{9198F201-D5AC-5B43-A332-F9B03F40210D}"/>
              </a:ext>
            </a:extLst>
          </p:cNvPr>
          <p:cNvSpPr/>
          <p:nvPr/>
        </p:nvSpPr>
        <p:spPr>
          <a:xfrm>
            <a:off x="2256378" y="3763394"/>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3" name="Elipse 22">
            <a:extLst>
              <a:ext uri="{FF2B5EF4-FFF2-40B4-BE49-F238E27FC236}">
                <a16:creationId xmlns:a16="http://schemas.microsoft.com/office/drawing/2014/main" id="{939A0C05-2FC7-D44F-88E9-50271D6E15F1}"/>
              </a:ext>
            </a:extLst>
          </p:cNvPr>
          <p:cNvSpPr/>
          <p:nvPr/>
        </p:nvSpPr>
        <p:spPr>
          <a:xfrm>
            <a:off x="2474646" y="3343760"/>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4" name="Elipse 23">
            <a:extLst>
              <a:ext uri="{FF2B5EF4-FFF2-40B4-BE49-F238E27FC236}">
                <a16:creationId xmlns:a16="http://schemas.microsoft.com/office/drawing/2014/main" id="{A6BB254D-DF9E-C34B-A67A-509C2FAF246E}"/>
              </a:ext>
            </a:extLst>
          </p:cNvPr>
          <p:cNvSpPr/>
          <p:nvPr/>
        </p:nvSpPr>
        <p:spPr>
          <a:xfrm>
            <a:off x="2889749" y="3781425"/>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5" name="Elipse 24">
            <a:extLst>
              <a:ext uri="{FF2B5EF4-FFF2-40B4-BE49-F238E27FC236}">
                <a16:creationId xmlns:a16="http://schemas.microsoft.com/office/drawing/2014/main" id="{60576507-BC6E-4643-B3FF-F7076A0D0374}"/>
              </a:ext>
            </a:extLst>
          </p:cNvPr>
          <p:cNvSpPr/>
          <p:nvPr/>
        </p:nvSpPr>
        <p:spPr>
          <a:xfrm>
            <a:off x="2548982" y="3955619"/>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6" name="Elipse 25">
            <a:extLst>
              <a:ext uri="{FF2B5EF4-FFF2-40B4-BE49-F238E27FC236}">
                <a16:creationId xmlns:a16="http://schemas.microsoft.com/office/drawing/2014/main" id="{F24DC13C-B6F9-0643-BA65-509152DC7A99}"/>
              </a:ext>
            </a:extLst>
          </p:cNvPr>
          <p:cNvSpPr/>
          <p:nvPr/>
        </p:nvSpPr>
        <p:spPr>
          <a:xfrm>
            <a:off x="2138850" y="3472746"/>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7" name="Elipse 26">
            <a:extLst>
              <a:ext uri="{FF2B5EF4-FFF2-40B4-BE49-F238E27FC236}">
                <a16:creationId xmlns:a16="http://schemas.microsoft.com/office/drawing/2014/main" id="{AE1281F4-A2FE-5343-A01F-FC8C32A57CBD}"/>
              </a:ext>
            </a:extLst>
          </p:cNvPr>
          <p:cNvSpPr/>
          <p:nvPr/>
        </p:nvSpPr>
        <p:spPr>
          <a:xfrm>
            <a:off x="2630920" y="3519241"/>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8" name="Elipse 27">
            <a:extLst>
              <a:ext uri="{FF2B5EF4-FFF2-40B4-BE49-F238E27FC236}">
                <a16:creationId xmlns:a16="http://schemas.microsoft.com/office/drawing/2014/main" id="{AF839145-BF2D-7945-8800-DA06FB2D41E7}"/>
              </a:ext>
            </a:extLst>
          </p:cNvPr>
          <p:cNvSpPr/>
          <p:nvPr/>
        </p:nvSpPr>
        <p:spPr>
          <a:xfrm>
            <a:off x="2877063" y="3343760"/>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29" name="Corazón 28">
            <a:extLst>
              <a:ext uri="{FF2B5EF4-FFF2-40B4-BE49-F238E27FC236}">
                <a16:creationId xmlns:a16="http://schemas.microsoft.com/office/drawing/2014/main" id="{1505CAC2-55A9-B747-B0D9-C66D369CC235}"/>
              </a:ext>
            </a:extLst>
          </p:cNvPr>
          <p:cNvSpPr/>
          <p:nvPr/>
        </p:nvSpPr>
        <p:spPr>
          <a:xfrm>
            <a:off x="1030637" y="282844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0" name="Corazón 29">
            <a:extLst>
              <a:ext uri="{FF2B5EF4-FFF2-40B4-BE49-F238E27FC236}">
                <a16:creationId xmlns:a16="http://schemas.microsoft.com/office/drawing/2014/main" id="{8D885894-939C-0D42-9FA0-B797B962E4FA}"/>
              </a:ext>
            </a:extLst>
          </p:cNvPr>
          <p:cNvSpPr/>
          <p:nvPr/>
        </p:nvSpPr>
        <p:spPr>
          <a:xfrm>
            <a:off x="1183037" y="298084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1" name="Corazón 30">
            <a:extLst>
              <a:ext uri="{FF2B5EF4-FFF2-40B4-BE49-F238E27FC236}">
                <a16:creationId xmlns:a16="http://schemas.microsoft.com/office/drawing/2014/main" id="{2AF0B1D0-EE5C-A140-ABE3-527D165D49F5}"/>
              </a:ext>
            </a:extLst>
          </p:cNvPr>
          <p:cNvSpPr/>
          <p:nvPr/>
        </p:nvSpPr>
        <p:spPr>
          <a:xfrm>
            <a:off x="960236" y="309692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2" name="Corazón 31">
            <a:extLst>
              <a:ext uri="{FF2B5EF4-FFF2-40B4-BE49-F238E27FC236}">
                <a16:creationId xmlns:a16="http://schemas.microsoft.com/office/drawing/2014/main" id="{27A1E7C2-97A0-F642-915A-4C022457D47B}"/>
              </a:ext>
            </a:extLst>
          </p:cNvPr>
          <p:cNvSpPr/>
          <p:nvPr/>
        </p:nvSpPr>
        <p:spPr>
          <a:xfrm>
            <a:off x="1019934" y="3389075"/>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3" name="Corazón 32">
            <a:extLst>
              <a:ext uri="{FF2B5EF4-FFF2-40B4-BE49-F238E27FC236}">
                <a16:creationId xmlns:a16="http://schemas.microsoft.com/office/drawing/2014/main" id="{BE616227-FA5F-854E-A88C-1FE2035D734A}"/>
              </a:ext>
            </a:extLst>
          </p:cNvPr>
          <p:cNvSpPr/>
          <p:nvPr/>
        </p:nvSpPr>
        <p:spPr>
          <a:xfrm>
            <a:off x="1162518" y="3190064"/>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4" name="Corazón 33">
            <a:extLst>
              <a:ext uri="{FF2B5EF4-FFF2-40B4-BE49-F238E27FC236}">
                <a16:creationId xmlns:a16="http://schemas.microsoft.com/office/drawing/2014/main" id="{0C35D4E6-C791-8C42-A4DC-B81D7246E7E9}"/>
              </a:ext>
            </a:extLst>
          </p:cNvPr>
          <p:cNvSpPr/>
          <p:nvPr/>
        </p:nvSpPr>
        <p:spPr>
          <a:xfrm>
            <a:off x="1598469" y="3420244"/>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5" name="Corazón 34">
            <a:extLst>
              <a:ext uri="{FF2B5EF4-FFF2-40B4-BE49-F238E27FC236}">
                <a16:creationId xmlns:a16="http://schemas.microsoft.com/office/drawing/2014/main" id="{D77A1FE5-5988-1C42-873D-06C6816A541C}"/>
              </a:ext>
            </a:extLst>
          </p:cNvPr>
          <p:cNvSpPr/>
          <p:nvPr/>
        </p:nvSpPr>
        <p:spPr>
          <a:xfrm>
            <a:off x="1244372" y="347404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6" name="Corazón 35">
            <a:extLst>
              <a:ext uri="{FF2B5EF4-FFF2-40B4-BE49-F238E27FC236}">
                <a16:creationId xmlns:a16="http://schemas.microsoft.com/office/drawing/2014/main" id="{2F52C7D8-4C4E-4D4E-8C94-636A2D27DFD9}"/>
              </a:ext>
            </a:extLst>
          </p:cNvPr>
          <p:cNvSpPr/>
          <p:nvPr/>
        </p:nvSpPr>
        <p:spPr>
          <a:xfrm>
            <a:off x="1411572" y="319685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7" name="Corazón 36">
            <a:extLst>
              <a:ext uri="{FF2B5EF4-FFF2-40B4-BE49-F238E27FC236}">
                <a16:creationId xmlns:a16="http://schemas.microsoft.com/office/drawing/2014/main" id="{DEB89444-3C4D-BF4E-96AC-B4439135833A}"/>
              </a:ext>
            </a:extLst>
          </p:cNvPr>
          <p:cNvSpPr/>
          <p:nvPr/>
        </p:nvSpPr>
        <p:spPr>
          <a:xfrm>
            <a:off x="1044331" y="364593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8" name="Corazón 37">
            <a:extLst>
              <a:ext uri="{FF2B5EF4-FFF2-40B4-BE49-F238E27FC236}">
                <a16:creationId xmlns:a16="http://schemas.microsoft.com/office/drawing/2014/main" id="{0C4F1061-434C-1848-88DD-FEEE7C8FFF1C}"/>
              </a:ext>
            </a:extLst>
          </p:cNvPr>
          <p:cNvSpPr/>
          <p:nvPr/>
        </p:nvSpPr>
        <p:spPr>
          <a:xfrm>
            <a:off x="1196731" y="379833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39" name="Corazón 38">
            <a:extLst>
              <a:ext uri="{FF2B5EF4-FFF2-40B4-BE49-F238E27FC236}">
                <a16:creationId xmlns:a16="http://schemas.microsoft.com/office/drawing/2014/main" id="{FD53F5F3-4013-054B-83B6-5E7FDCD11513}"/>
              </a:ext>
            </a:extLst>
          </p:cNvPr>
          <p:cNvSpPr/>
          <p:nvPr/>
        </p:nvSpPr>
        <p:spPr>
          <a:xfrm>
            <a:off x="973930" y="391441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0" name="Corazón 39">
            <a:extLst>
              <a:ext uri="{FF2B5EF4-FFF2-40B4-BE49-F238E27FC236}">
                <a16:creationId xmlns:a16="http://schemas.microsoft.com/office/drawing/2014/main" id="{E73BF39C-735E-D34F-9BF4-C8ED001B2E36}"/>
              </a:ext>
            </a:extLst>
          </p:cNvPr>
          <p:cNvSpPr/>
          <p:nvPr/>
        </p:nvSpPr>
        <p:spPr>
          <a:xfrm>
            <a:off x="1033628" y="420656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1" name="Corazón 40">
            <a:extLst>
              <a:ext uri="{FF2B5EF4-FFF2-40B4-BE49-F238E27FC236}">
                <a16:creationId xmlns:a16="http://schemas.microsoft.com/office/drawing/2014/main" id="{4294426E-E906-3E40-A3D2-24E36C0D356D}"/>
              </a:ext>
            </a:extLst>
          </p:cNvPr>
          <p:cNvSpPr/>
          <p:nvPr/>
        </p:nvSpPr>
        <p:spPr>
          <a:xfrm>
            <a:off x="1176212" y="4007555"/>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2" name="Corazón 41">
            <a:extLst>
              <a:ext uri="{FF2B5EF4-FFF2-40B4-BE49-F238E27FC236}">
                <a16:creationId xmlns:a16="http://schemas.microsoft.com/office/drawing/2014/main" id="{ECD15794-715D-7F4A-ABE7-6B45CB966718}"/>
              </a:ext>
            </a:extLst>
          </p:cNvPr>
          <p:cNvSpPr/>
          <p:nvPr/>
        </p:nvSpPr>
        <p:spPr>
          <a:xfrm>
            <a:off x="1340551" y="456394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3" name="Corazón 42">
            <a:extLst>
              <a:ext uri="{FF2B5EF4-FFF2-40B4-BE49-F238E27FC236}">
                <a16:creationId xmlns:a16="http://schemas.microsoft.com/office/drawing/2014/main" id="{BC1C68EF-E821-F64C-83D2-D6F5DF51F52E}"/>
              </a:ext>
            </a:extLst>
          </p:cNvPr>
          <p:cNvSpPr/>
          <p:nvPr/>
        </p:nvSpPr>
        <p:spPr>
          <a:xfrm>
            <a:off x="1258066" y="429153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4" name="Corazón 43">
            <a:extLst>
              <a:ext uri="{FF2B5EF4-FFF2-40B4-BE49-F238E27FC236}">
                <a16:creationId xmlns:a16="http://schemas.microsoft.com/office/drawing/2014/main" id="{314B91F8-295F-EE4F-9C77-5647E1EB70EB}"/>
              </a:ext>
            </a:extLst>
          </p:cNvPr>
          <p:cNvSpPr/>
          <p:nvPr/>
        </p:nvSpPr>
        <p:spPr>
          <a:xfrm>
            <a:off x="1477396" y="4064889"/>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5" name="Corazón 44">
            <a:extLst>
              <a:ext uri="{FF2B5EF4-FFF2-40B4-BE49-F238E27FC236}">
                <a16:creationId xmlns:a16="http://schemas.microsoft.com/office/drawing/2014/main" id="{348ECBF5-335D-C346-ABC6-BC9918D0405B}"/>
              </a:ext>
            </a:extLst>
          </p:cNvPr>
          <p:cNvSpPr/>
          <p:nvPr/>
        </p:nvSpPr>
        <p:spPr>
          <a:xfrm>
            <a:off x="2801051" y="417065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6" name="Corazón 45">
            <a:extLst>
              <a:ext uri="{FF2B5EF4-FFF2-40B4-BE49-F238E27FC236}">
                <a16:creationId xmlns:a16="http://schemas.microsoft.com/office/drawing/2014/main" id="{6EA9C989-74FF-E645-9865-B7E8FDABB71C}"/>
              </a:ext>
            </a:extLst>
          </p:cNvPr>
          <p:cNvSpPr/>
          <p:nvPr/>
        </p:nvSpPr>
        <p:spPr>
          <a:xfrm>
            <a:off x="2966498" y="427267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7" name="Corazón 46">
            <a:extLst>
              <a:ext uri="{FF2B5EF4-FFF2-40B4-BE49-F238E27FC236}">
                <a16:creationId xmlns:a16="http://schemas.microsoft.com/office/drawing/2014/main" id="{2D922E26-0E14-7846-A0B1-38DAB0826ABA}"/>
              </a:ext>
            </a:extLst>
          </p:cNvPr>
          <p:cNvSpPr/>
          <p:nvPr/>
        </p:nvSpPr>
        <p:spPr>
          <a:xfrm>
            <a:off x="3208902" y="390816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8" name="Corazón 47">
            <a:extLst>
              <a:ext uri="{FF2B5EF4-FFF2-40B4-BE49-F238E27FC236}">
                <a16:creationId xmlns:a16="http://schemas.microsoft.com/office/drawing/2014/main" id="{72AC2E7C-B745-9C43-9DC3-FAF63DC981CC}"/>
              </a:ext>
            </a:extLst>
          </p:cNvPr>
          <p:cNvSpPr/>
          <p:nvPr/>
        </p:nvSpPr>
        <p:spPr>
          <a:xfrm>
            <a:off x="3059440" y="4597017"/>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49" name="Corazón 48">
            <a:extLst>
              <a:ext uri="{FF2B5EF4-FFF2-40B4-BE49-F238E27FC236}">
                <a16:creationId xmlns:a16="http://schemas.microsoft.com/office/drawing/2014/main" id="{C5E3E4D5-2C3B-334C-B439-A3ED6876B4DD}"/>
              </a:ext>
            </a:extLst>
          </p:cNvPr>
          <p:cNvSpPr/>
          <p:nvPr/>
        </p:nvSpPr>
        <p:spPr>
          <a:xfrm>
            <a:off x="2945979" y="448189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0" name="Corazón 49">
            <a:extLst>
              <a:ext uri="{FF2B5EF4-FFF2-40B4-BE49-F238E27FC236}">
                <a16:creationId xmlns:a16="http://schemas.microsoft.com/office/drawing/2014/main" id="{086F2606-6141-3740-84D2-F05C2E34D2C1}"/>
              </a:ext>
            </a:extLst>
          </p:cNvPr>
          <p:cNvSpPr/>
          <p:nvPr/>
        </p:nvSpPr>
        <p:spPr>
          <a:xfrm>
            <a:off x="3374965" y="467258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1" name="Corazón 50">
            <a:extLst>
              <a:ext uri="{FF2B5EF4-FFF2-40B4-BE49-F238E27FC236}">
                <a16:creationId xmlns:a16="http://schemas.microsoft.com/office/drawing/2014/main" id="{3B5A166F-B869-0643-BCAB-B789130CE5AA}"/>
              </a:ext>
            </a:extLst>
          </p:cNvPr>
          <p:cNvSpPr/>
          <p:nvPr/>
        </p:nvSpPr>
        <p:spPr>
          <a:xfrm>
            <a:off x="3182283" y="488951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2" name="Corazón 51">
            <a:extLst>
              <a:ext uri="{FF2B5EF4-FFF2-40B4-BE49-F238E27FC236}">
                <a16:creationId xmlns:a16="http://schemas.microsoft.com/office/drawing/2014/main" id="{B1E003D2-CCAE-CA41-9798-84ED98810D36}"/>
              </a:ext>
            </a:extLst>
          </p:cNvPr>
          <p:cNvSpPr/>
          <p:nvPr/>
        </p:nvSpPr>
        <p:spPr>
          <a:xfrm>
            <a:off x="3171477" y="442668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3" name="Corazón 52">
            <a:extLst>
              <a:ext uri="{FF2B5EF4-FFF2-40B4-BE49-F238E27FC236}">
                <a16:creationId xmlns:a16="http://schemas.microsoft.com/office/drawing/2014/main" id="{44693C35-64E4-9849-B0FA-85A7FEA71B0B}"/>
              </a:ext>
            </a:extLst>
          </p:cNvPr>
          <p:cNvSpPr/>
          <p:nvPr/>
        </p:nvSpPr>
        <p:spPr>
          <a:xfrm>
            <a:off x="1846931" y="326773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4" name="Corazón 53">
            <a:extLst>
              <a:ext uri="{FF2B5EF4-FFF2-40B4-BE49-F238E27FC236}">
                <a16:creationId xmlns:a16="http://schemas.microsoft.com/office/drawing/2014/main" id="{A2666EB8-AEB5-CC4B-976B-94F22E539B33}"/>
              </a:ext>
            </a:extLst>
          </p:cNvPr>
          <p:cNvSpPr/>
          <p:nvPr/>
        </p:nvSpPr>
        <p:spPr>
          <a:xfrm>
            <a:off x="1777029" y="363694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5" name="Corazón 54">
            <a:extLst>
              <a:ext uri="{FF2B5EF4-FFF2-40B4-BE49-F238E27FC236}">
                <a16:creationId xmlns:a16="http://schemas.microsoft.com/office/drawing/2014/main" id="{5C2477DA-B5EE-7643-89FF-3C2C0324DF42}"/>
              </a:ext>
            </a:extLst>
          </p:cNvPr>
          <p:cNvSpPr/>
          <p:nvPr/>
        </p:nvSpPr>
        <p:spPr>
          <a:xfrm>
            <a:off x="1554228" y="375302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6" name="Corazón 55">
            <a:extLst>
              <a:ext uri="{FF2B5EF4-FFF2-40B4-BE49-F238E27FC236}">
                <a16:creationId xmlns:a16="http://schemas.microsoft.com/office/drawing/2014/main" id="{D1953DBC-F125-984F-A478-59F8C72C8348}"/>
              </a:ext>
            </a:extLst>
          </p:cNvPr>
          <p:cNvSpPr/>
          <p:nvPr/>
        </p:nvSpPr>
        <p:spPr>
          <a:xfrm>
            <a:off x="1816609" y="409166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7" name="Corazón 56">
            <a:extLst>
              <a:ext uri="{FF2B5EF4-FFF2-40B4-BE49-F238E27FC236}">
                <a16:creationId xmlns:a16="http://schemas.microsoft.com/office/drawing/2014/main" id="{EDF01BA1-B0B9-C547-B9BC-22A01F4CB1F8}"/>
              </a:ext>
            </a:extLst>
          </p:cNvPr>
          <p:cNvSpPr/>
          <p:nvPr/>
        </p:nvSpPr>
        <p:spPr>
          <a:xfrm>
            <a:off x="1756510" y="3846169"/>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8" name="Corazón 57">
            <a:extLst>
              <a:ext uri="{FF2B5EF4-FFF2-40B4-BE49-F238E27FC236}">
                <a16:creationId xmlns:a16="http://schemas.microsoft.com/office/drawing/2014/main" id="{D019AAAC-B01D-6A4B-8DD7-E538EEC43197}"/>
              </a:ext>
            </a:extLst>
          </p:cNvPr>
          <p:cNvSpPr/>
          <p:nvPr/>
        </p:nvSpPr>
        <p:spPr>
          <a:xfrm>
            <a:off x="1116230" y="457412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9" name="Corazón 58">
            <a:extLst>
              <a:ext uri="{FF2B5EF4-FFF2-40B4-BE49-F238E27FC236}">
                <a16:creationId xmlns:a16="http://schemas.microsoft.com/office/drawing/2014/main" id="{85B254CA-43E9-0C4A-BB8B-ADF039F0E1C9}"/>
              </a:ext>
            </a:extLst>
          </p:cNvPr>
          <p:cNvSpPr/>
          <p:nvPr/>
        </p:nvSpPr>
        <p:spPr>
          <a:xfrm>
            <a:off x="2061814" y="3990964"/>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0" name="Corazón 59">
            <a:extLst>
              <a:ext uri="{FF2B5EF4-FFF2-40B4-BE49-F238E27FC236}">
                <a16:creationId xmlns:a16="http://schemas.microsoft.com/office/drawing/2014/main" id="{77E58569-FA46-A64D-9C3B-FBCC8C1F0349}"/>
              </a:ext>
            </a:extLst>
          </p:cNvPr>
          <p:cNvSpPr/>
          <p:nvPr/>
        </p:nvSpPr>
        <p:spPr>
          <a:xfrm>
            <a:off x="1390869" y="3660028"/>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1" name="Corazón 60">
            <a:extLst>
              <a:ext uri="{FF2B5EF4-FFF2-40B4-BE49-F238E27FC236}">
                <a16:creationId xmlns:a16="http://schemas.microsoft.com/office/drawing/2014/main" id="{7CAD3DB7-E792-B446-B682-4F975584FE29}"/>
              </a:ext>
            </a:extLst>
          </p:cNvPr>
          <p:cNvSpPr/>
          <p:nvPr/>
        </p:nvSpPr>
        <p:spPr>
          <a:xfrm>
            <a:off x="1638683" y="429060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2" name="Corazón 61">
            <a:extLst>
              <a:ext uri="{FF2B5EF4-FFF2-40B4-BE49-F238E27FC236}">
                <a16:creationId xmlns:a16="http://schemas.microsoft.com/office/drawing/2014/main" id="{A99FCAAB-CF4D-CB43-8237-8EE92AB09374}"/>
              </a:ext>
            </a:extLst>
          </p:cNvPr>
          <p:cNvSpPr/>
          <p:nvPr/>
        </p:nvSpPr>
        <p:spPr>
          <a:xfrm>
            <a:off x="1791083" y="444300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3" name="Corazón 62">
            <a:extLst>
              <a:ext uri="{FF2B5EF4-FFF2-40B4-BE49-F238E27FC236}">
                <a16:creationId xmlns:a16="http://schemas.microsoft.com/office/drawing/2014/main" id="{D07572DB-3D9A-7049-89C3-645C2040D777}"/>
              </a:ext>
            </a:extLst>
          </p:cNvPr>
          <p:cNvSpPr/>
          <p:nvPr/>
        </p:nvSpPr>
        <p:spPr>
          <a:xfrm>
            <a:off x="1568282" y="455908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4" name="Corazón 63">
            <a:extLst>
              <a:ext uri="{FF2B5EF4-FFF2-40B4-BE49-F238E27FC236}">
                <a16:creationId xmlns:a16="http://schemas.microsoft.com/office/drawing/2014/main" id="{F63946E9-8F75-1549-994B-25D74B329122}"/>
              </a:ext>
            </a:extLst>
          </p:cNvPr>
          <p:cNvSpPr/>
          <p:nvPr/>
        </p:nvSpPr>
        <p:spPr>
          <a:xfrm>
            <a:off x="1627980" y="4851235"/>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5" name="Corazón 64">
            <a:extLst>
              <a:ext uri="{FF2B5EF4-FFF2-40B4-BE49-F238E27FC236}">
                <a16:creationId xmlns:a16="http://schemas.microsoft.com/office/drawing/2014/main" id="{CD9CC990-E7B8-7642-BE1D-30D454345552}"/>
              </a:ext>
            </a:extLst>
          </p:cNvPr>
          <p:cNvSpPr/>
          <p:nvPr/>
        </p:nvSpPr>
        <p:spPr>
          <a:xfrm>
            <a:off x="1770564" y="4652224"/>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6" name="Corazón 65">
            <a:extLst>
              <a:ext uri="{FF2B5EF4-FFF2-40B4-BE49-F238E27FC236}">
                <a16:creationId xmlns:a16="http://schemas.microsoft.com/office/drawing/2014/main" id="{0F0A4AC9-3D10-B647-8825-1827CA0297E2}"/>
              </a:ext>
            </a:extLst>
          </p:cNvPr>
          <p:cNvSpPr/>
          <p:nvPr/>
        </p:nvSpPr>
        <p:spPr>
          <a:xfrm>
            <a:off x="2075219" y="482012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7" name="Corazón 66">
            <a:extLst>
              <a:ext uri="{FF2B5EF4-FFF2-40B4-BE49-F238E27FC236}">
                <a16:creationId xmlns:a16="http://schemas.microsoft.com/office/drawing/2014/main" id="{BE604335-FD67-E644-A313-B4A7292EAF2C}"/>
              </a:ext>
            </a:extLst>
          </p:cNvPr>
          <p:cNvSpPr/>
          <p:nvPr/>
        </p:nvSpPr>
        <p:spPr>
          <a:xfrm>
            <a:off x="2129463" y="436758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8" name="Corazón 67">
            <a:extLst>
              <a:ext uri="{FF2B5EF4-FFF2-40B4-BE49-F238E27FC236}">
                <a16:creationId xmlns:a16="http://schemas.microsoft.com/office/drawing/2014/main" id="{F5E726E6-9036-7645-9166-9CDB4FD184F2}"/>
              </a:ext>
            </a:extLst>
          </p:cNvPr>
          <p:cNvSpPr/>
          <p:nvPr/>
        </p:nvSpPr>
        <p:spPr>
          <a:xfrm>
            <a:off x="1996062" y="4597017"/>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69" name="Corazón 68">
            <a:extLst>
              <a:ext uri="{FF2B5EF4-FFF2-40B4-BE49-F238E27FC236}">
                <a16:creationId xmlns:a16="http://schemas.microsoft.com/office/drawing/2014/main" id="{3962A9E7-CD0F-8D44-8CBB-7273E61831D3}"/>
              </a:ext>
            </a:extLst>
          </p:cNvPr>
          <p:cNvSpPr/>
          <p:nvPr/>
        </p:nvSpPr>
        <p:spPr>
          <a:xfrm>
            <a:off x="2279630" y="403793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0" name="Corazón 69">
            <a:extLst>
              <a:ext uri="{FF2B5EF4-FFF2-40B4-BE49-F238E27FC236}">
                <a16:creationId xmlns:a16="http://schemas.microsoft.com/office/drawing/2014/main" id="{625CE730-141E-834A-995A-E223ED8BEE97}"/>
              </a:ext>
            </a:extLst>
          </p:cNvPr>
          <p:cNvSpPr/>
          <p:nvPr/>
        </p:nvSpPr>
        <p:spPr>
          <a:xfrm>
            <a:off x="1982037" y="4232649"/>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1" name="Corazón 70">
            <a:extLst>
              <a:ext uri="{FF2B5EF4-FFF2-40B4-BE49-F238E27FC236}">
                <a16:creationId xmlns:a16="http://schemas.microsoft.com/office/drawing/2014/main" id="{1710BC9E-5738-FF49-9773-1E5E42507459}"/>
              </a:ext>
            </a:extLst>
          </p:cNvPr>
          <p:cNvSpPr/>
          <p:nvPr/>
        </p:nvSpPr>
        <p:spPr>
          <a:xfrm>
            <a:off x="2475658" y="451927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2" name="Corazón 71">
            <a:extLst>
              <a:ext uri="{FF2B5EF4-FFF2-40B4-BE49-F238E27FC236}">
                <a16:creationId xmlns:a16="http://schemas.microsoft.com/office/drawing/2014/main" id="{7524D61E-6364-0647-8E9E-5734F2221369}"/>
              </a:ext>
            </a:extLst>
          </p:cNvPr>
          <p:cNvSpPr/>
          <p:nvPr/>
        </p:nvSpPr>
        <p:spPr>
          <a:xfrm>
            <a:off x="2235267" y="464201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3" name="Corazón 72">
            <a:extLst>
              <a:ext uri="{FF2B5EF4-FFF2-40B4-BE49-F238E27FC236}">
                <a16:creationId xmlns:a16="http://schemas.microsoft.com/office/drawing/2014/main" id="{E49C655F-BEA7-BD4E-A0F9-E250379AC9DC}"/>
              </a:ext>
            </a:extLst>
          </p:cNvPr>
          <p:cNvSpPr/>
          <p:nvPr/>
        </p:nvSpPr>
        <p:spPr>
          <a:xfrm>
            <a:off x="2672397" y="4356635"/>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4" name="Corazón 73">
            <a:extLst>
              <a:ext uri="{FF2B5EF4-FFF2-40B4-BE49-F238E27FC236}">
                <a16:creationId xmlns:a16="http://schemas.microsoft.com/office/drawing/2014/main" id="{4E3D0EFC-3D61-3445-94D7-5E39E8A13E56}"/>
              </a:ext>
            </a:extLst>
          </p:cNvPr>
          <p:cNvSpPr/>
          <p:nvPr/>
        </p:nvSpPr>
        <p:spPr>
          <a:xfrm>
            <a:off x="2883421" y="4711177"/>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5" name="Corazón 74">
            <a:extLst>
              <a:ext uri="{FF2B5EF4-FFF2-40B4-BE49-F238E27FC236}">
                <a16:creationId xmlns:a16="http://schemas.microsoft.com/office/drawing/2014/main" id="{6CAF31D1-685D-3645-ADE4-845088EE9A25}"/>
              </a:ext>
            </a:extLst>
          </p:cNvPr>
          <p:cNvSpPr/>
          <p:nvPr/>
        </p:nvSpPr>
        <p:spPr>
          <a:xfrm>
            <a:off x="2538861" y="4765288"/>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6" name="Corazón 75">
            <a:extLst>
              <a:ext uri="{FF2B5EF4-FFF2-40B4-BE49-F238E27FC236}">
                <a16:creationId xmlns:a16="http://schemas.microsoft.com/office/drawing/2014/main" id="{5CA8A3DC-30EB-7543-9E4A-B7D204FCA489}"/>
              </a:ext>
            </a:extLst>
          </p:cNvPr>
          <p:cNvSpPr/>
          <p:nvPr/>
        </p:nvSpPr>
        <p:spPr>
          <a:xfrm>
            <a:off x="2401788" y="420883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7" name="Corazón 76">
            <a:extLst>
              <a:ext uri="{FF2B5EF4-FFF2-40B4-BE49-F238E27FC236}">
                <a16:creationId xmlns:a16="http://schemas.microsoft.com/office/drawing/2014/main" id="{B9768DDC-016F-5B44-B81A-AE0AFCE908F0}"/>
              </a:ext>
            </a:extLst>
          </p:cNvPr>
          <p:cNvSpPr/>
          <p:nvPr/>
        </p:nvSpPr>
        <p:spPr>
          <a:xfrm>
            <a:off x="1496225" y="235222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8" name="Corazón 77">
            <a:extLst>
              <a:ext uri="{FF2B5EF4-FFF2-40B4-BE49-F238E27FC236}">
                <a16:creationId xmlns:a16="http://schemas.microsoft.com/office/drawing/2014/main" id="{8D28A808-1B14-8240-9300-E0D152DD94CE}"/>
              </a:ext>
            </a:extLst>
          </p:cNvPr>
          <p:cNvSpPr/>
          <p:nvPr/>
        </p:nvSpPr>
        <p:spPr>
          <a:xfrm>
            <a:off x="1648625" y="250462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79" name="Corazón 78">
            <a:extLst>
              <a:ext uri="{FF2B5EF4-FFF2-40B4-BE49-F238E27FC236}">
                <a16:creationId xmlns:a16="http://schemas.microsoft.com/office/drawing/2014/main" id="{9F6E8E79-504E-2D44-841D-2363C4FC7D5D}"/>
              </a:ext>
            </a:extLst>
          </p:cNvPr>
          <p:cNvSpPr/>
          <p:nvPr/>
        </p:nvSpPr>
        <p:spPr>
          <a:xfrm>
            <a:off x="1425824" y="262070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0" name="Corazón 79">
            <a:extLst>
              <a:ext uri="{FF2B5EF4-FFF2-40B4-BE49-F238E27FC236}">
                <a16:creationId xmlns:a16="http://schemas.microsoft.com/office/drawing/2014/main" id="{0C22ED67-CD49-F44F-8A79-437A9A45328F}"/>
              </a:ext>
            </a:extLst>
          </p:cNvPr>
          <p:cNvSpPr/>
          <p:nvPr/>
        </p:nvSpPr>
        <p:spPr>
          <a:xfrm>
            <a:off x="1485522" y="2912854"/>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1" name="Corazón 80">
            <a:extLst>
              <a:ext uri="{FF2B5EF4-FFF2-40B4-BE49-F238E27FC236}">
                <a16:creationId xmlns:a16="http://schemas.microsoft.com/office/drawing/2014/main" id="{B0291560-2A88-6546-AC8C-D025E70C3742}"/>
              </a:ext>
            </a:extLst>
          </p:cNvPr>
          <p:cNvSpPr/>
          <p:nvPr/>
        </p:nvSpPr>
        <p:spPr>
          <a:xfrm>
            <a:off x="1628106" y="271384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2" name="Corazón 81">
            <a:extLst>
              <a:ext uri="{FF2B5EF4-FFF2-40B4-BE49-F238E27FC236}">
                <a16:creationId xmlns:a16="http://schemas.microsoft.com/office/drawing/2014/main" id="{585B527A-8AA3-084A-A8F4-EC43ADCA5ED5}"/>
              </a:ext>
            </a:extLst>
          </p:cNvPr>
          <p:cNvSpPr/>
          <p:nvPr/>
        </p:nvSpPr>
        <p:spPr>
          <a:xfrm>
            <a:off x="1932761" y="288174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3" name="Corazón 82">
            <a:extLst>
              <a:ext uri="{FF2B5EF4-FFF2-40B4-BE49-F238E27FC236}">
                <a16:creationId xmlns:a16="http://schemas.microsoft.com/office/drawing/2014/main" id="{FF519803-51E2-7F43-813A-842312563E79}"/>
              </a:ext>
            </a:extLst>
          </p:cNvPr>
          <p:cNvSpPr/>
          <p:nvPr/>
        </p:nvSpPr>
        <p:spPr>
          <a:xfrm>
            <a:off x="1709960" y="299782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4" name="Corazón 83">
            <a:extLst>
              <a:ext uri="{FF2B5EF4-FFF2-40B4-BE49-F238E27FC236}">
                <a16:creationId xmlns:a16="http://schemas.microsoft.com/office/drawing/2014/main" id="{3D3AE355-4A0A-9843-A114-106C55EC43DC}"/>
              </a:ext>
            </a:extLst>
          </p:cNvPr>
          <p:cNvSpPr/>
          <p:nvPr/>
        </p:nvSpPr>
        <p:spPr>
          <a:xfrm>
            <a:off x="1853604" y="265863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5" name="Corazón 84">
            <a:extLst>
              <a:ext uri="{FF2B5EF4-FFF2-40B4-BE49-F238E27FC236}">
                <a16:creationId xmlns:a16="http://schemas.microsoft.com/office/drawing/2014/main" id="{10F62007-3E21-1C4F-ACB0-1467A77D03CA}"/>
              </a:ext>
            </a:extLst>
          </p:cNvPr>
          <p:cNvSpPr/>
          <p:nvPr/>
        </p:nvSpPr>
        <p:spPr>
          <a:xfrm>
            <a:off x="3515757" y="339980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6" name="Corazón 85">
            <a:extLst>
              <a:ext uri="{FF2B5EF4-FFF2-40B4-BE49-F238E27FC236}">
                <a16:creationId xmlns:a16="http://schemas.microsoft.com/office/drawing/2014/main" id="{C4B7FBD1-B313-7C4C-B4A0-1F8AAE3488E1}"/>
              </a:ext>
            </a:extLst>
          </p:cNvPr>
          <p:cNvSpPr/>
          <p:nvPr/>
        </p:nvSpPr>
        <p:spPr>
          <a:xfrm>
            <a:off x="3698789" y="361384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7" name="Corazón 86">
            <a:extLst>
              <a:ext uri="{FF2B5EF4-FFF2-40B4-BE49-F238E27FC236}">
                <a16:creationId xmlns:a16="http://schemas.microsoft.com/office/drawing/2014/main" id="{FA652D22-6433-D846-B012-10B5CFB2F72C}"/>
              </a:ext>
            </a:extLst>
          </p:cNvPr>
          <p:cNvSpPr/>
          <p:nvPr/>
        </p:nvSpPr>
        <p:spPr>
          <a:xfrm>
            <a:off x="3475988" y="372992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8" name="Corazón 87">
            <a:extLst>
              <a:ext uri="{FF2B5EF4-FFF2-40B4-BE49-F238E27FC236}">
                <a16:creationId xmlns:a16="http://schemas.microsoft.com/office/drawing/2014/main" id="{5D6FC3B3-9FF3-5D4B-B91E-92F2B56908BC}"/>
              </a:ext>
            </a:extLst>
          </p:cNvPr>
          <p:cNvSpPr/>
          <p:nvPr/>
        </p:nvSpPr>
        <p:spPr>
          <a:xfrm>
            <a:off x="3535686" y="4022077"/>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89" name="Corazón 88">
            <a:extLst>
              <a:ext uri="{FF2B5EF4-FFF2-40B4-BE49-F238E27FC236}">
                <a16:creationId xmlns:a16="http://schemas.microsoft.com/office/drawing/2014/main" id="{215AE1C4-8475-E649-BDDD-925F0DB5BBF8}"/>
              </a:ext>
            </a:extLst>
          </p:cNvPr>
          <p:cNvSpPr/>
          <p:nvPr/>
        </p:nvSpPr>
        <p:spPr>
          <a:xfrm>
            <a:off x="3678270" y="382306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90" name="Corazón 89">
            <a:extLst>
              <a:ext uri="{FF2B5EF4-FFF2-40B4-BE49-F238E27FC236}">
                <a16:creationId xmlns:a16="http://schemas.microsoft.com/office/drawing/2014/main" id="{9E1E43B8-9BD6-9A40-9365-6AC973F7606A}"/>
              </a:ext>
            </a:extLst>
          </p:cNvPr>
          <p:cNvSpPr/>
          <p:nvPr/>
        </p:nvSpPr>
        <p:spPr>
          <a:xfrm>
            <a:off x="3317173" y="4239385"/>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91" name="Corazón 90">
            <a:extLst>
              <a:ext uri="{FF2B5EF4-FFF2-40B4-BE49-F238E27FC236}">
                <a16:creationId xmlns:a16="http://schemas.microsoft.com/office/drawing/2014/main" id="{491249A7-C602-294F-BA20-0592B5589F7E}"/>
              </a:ext>
            </a:extLst>
          </p:cNvPr>
          <p:cNvSpPr/>
          <p:nvPr/>
        </p:nvSpPr>
        <p:spPr>
          <a:xfrm>
            <a:off x="3673886" y="454860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92" name="Corazón 91">
            <a:extLst>
              <a:ext uri="{FF2B5EF4-FFF2-40B4-BE49-F238E27FC236}">
                <a16:creationId xmlns:a16="http://schemas.microsoft.com/office/drawing/2014/main" id="{3B5A9391-8D41-D24F-AF61-DBE3E62AFFF7}"/>
              </a:ext>
            </a:extLst>
          </p:cNvPr>
          <p:cNvSpPr/>
          <p:nvPr/>
        </p:nvSpPr>
        <p:spPr>
          <a:xfrm>
            <a:off x="3903768" y="3767859"/>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93" name="Elipse 92">
            <a:extLst>
              <a:ext uri="{FF2B5EF4-FFF2-40B4-BE49-F238E27FC236}">
                <a16:creationId xmlns:a16="http://schemas.microsoft.com/office/drawing/2014/main" id="{CA3ED4A2-1A06-3046-94EF-DE438018EA6E}"/>
              </a:ext>
            </a:extLst>
          </p:cNvPr>
          <p:cNvSpPr/>
          <p:nvPr/>
        </p:nvSpPr>
        <p:spPr>
          <a:xfrm>
            <a:off x="2480753" y="2912137"/>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94" name="Elipse 93">
            <a:extLst>
              <a:ext uri="{FF2B5EF4-FFF2-40B4-BE49-F238E27FC236}">
                <a16:creationId xmlns:a16="http://schemas.microsoft.com/office/drawing/2014/main" id="{87B3022D-4804-2E4E-841F-AC25A98A38CD}"/>
              </a:ext>
            </a:extLst>
          </p:cNvPr>
          <p:cNvSpPr/>
          <p:nvPr/>
        </p:nvSpPr>
        <p:spPr>
          <a:xfrm>
            <a:off x="2699021" y="2492503"/>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95" name="Elipse 94">
            <a:extLst>
              <a:ext uri="{FF2B5EF4-FFF2-40B4-BE49-F238E27FC236}">
                <a16:creationId xmlns:a16="http://schemas.microsoft.com/office/drawing/2014/main" id="{92D9E050-48A3-E143-BAAA-ADB86A970F98}"/>
              </a:ext>
            </a:extLst>
          </p:cNvPr>
          <p:cNvSpPr/>
          <p:nvPr/>
        </p:nvSpPr>
        <p:spPr>
          <a:xfrm>
            <a:off x="3114124" y="2930168"/>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96" name="Elipse 95">
            <a:extLst>
              <a:ext uri="{FF2B5EF4-FFF2-40B4-BE49-F238E27FC236}">
                <a16:creationId xmlns:a16="http://schemas.microsoft.com/office/drawing/2014/main" id="{C1213071-2F6C-AA47-87B8-8D7009B73DB9}"/>
              </a:ext>
            </a:extLst>
          </p:cNvPr>
          <p:cNvSpPr/>
          <p:nvPr/>
        </p:nvSpPr>
        <p:spPr>
          <a:xfrm>
            <a:off x="2773357" y="3104362"/>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97" name="Elipse 96">
            <a:extLst>
              <a:ext uri="{FF2B5EF4-FFF2-40B4-BE49-F238E27FC236}">
                <a16:creationId xmlns:a16="http://schemas.microsoft.com/office/drawing/2014/main" id="{CFB03489-5326-5D4A-A85A-3C45A627E9C6}"/>
              </a:ext>
            </a:extLst>
          </p:cNvPr>
          <p:cNvSpPr/>
          <p:nvPr/>
        </p:nvSpPr>
        <p:spPr>
          <a:xfrm>
            <a:off x="2855295" y="2667984"/>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98" name="Elipse 97">
            <a:extLst>
              <a:ext uri="{FF2B5EF4-FFF2-40B4-BE49-F238E27FC236}">
                <a16:creationId xmlns:a16="http://schemas.microsoft.com/office/drawing/2014/main" id="{4F30269B-8936-7D46-BF9A-D845B3EBFD7E}"/>
              </a:ext>
            </a:extLst>
          </p:cNvPr>
          <p:cNvSpPr/>
          <p:nvPr/>
        </p:nvSpPr>
        <p:spPr>
          <a:xfrm>
            <a:off x="3101438" y="2492503"/>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99" name="Elipse 98">
            <a:extLst>
              <a:ext uri="{FF2B5EF4-FFF2-40B4-BE49-F238E27FC236}">
                <a16:creationId xmlns:a16="http://schemas.microsoft.com/office/drawing/2014/main" id="{8D6435F2-72DA-D245-B709-56B12D989700}"/>
              </a:ext>
            </a:extLst>
          </p:cNvPr>
          <p:cNvSpPr/>
          <p:nvPr/>
        </p:nvSpPr>
        <p:spPr>
          <a:xfrm>
            <a:off x="2595551" y="2759687"/>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00" name="Elipse 99">
            <a:extLst>
              <a:ext uri="{FF2B5EF4-FFF2-40B4-BE49-F238E27FC236}">
                <a16:creationId xmlns:a16="http://schemas.microsoft.com/office/drawing/2014/main" id="{65FB97FD-A6A5-144E-B216-8469D8D0EB5F}"/>
              </a:ext>
            </a:extLst>
          </p:cNvPr>
          <p:cNvSpPr/>
          <p:nvPr/>
        </p:nvSpPr>
        <p:spPr>
          <a:xfrm>
            <a:off x="3010654" y="3197352"/>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01" name="Elipse 100">
            <a:extLst>
              <a:ext uri="{FF2B5EF4-FFF2-40B4-BE49-F238E27FC236}">
                <a16:creationId xmlns:a16="http://schemas.microsoft.com/office/drawing/2014/main" id="{1098611A-793C-CD48-B9A9-181C21A1337B}"/>
              </a:ext>
            </a:extLst>
          </p:cNvPr>
          <p:cNvSpPr/>
          <p:nvPr/>
        </p:nvSpPr>
        <p:spPr>
          <a:xfrm>
            <a:off x="2751825" y="2935168"/>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02" name="Elipse 101">
            <a:extLst>
              <a:ext uri="{FF2B5EF4-FFF2-40B4-BE49-F238E27FC236}">
                <a16:creationId xmlns:a16="http://schemas.microsoft.com/office/drawing/2014/main" id="{66A0F66E-0A75-6D4F-AF91-109DD6DEEAC7}"/>
              </a:ext>
            </a:extLst>
          </p:cNvPr>
          <p:cNvSpPr/>
          <p:nvPr/>
        </p:nvSpPr>
        <p:spPr>
          <a:xfrm>
            <a:off x="2997968" y="2759687"/>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03" name="Elipse 102">
            <a:extLst>
              <a:ext uri="{FF2B5EF4-FFF2-40B4-BE49-F238E27FC236}">
                <a16:creationId xmlns:a16="http://schemas.microsoft.com/office/drawing/2014/main" id="{3DF6F827-7DD3-8440-ADE2-580F5BE8F093}"/>
              </a:ext>
            </a:extLst>
          </p:cNvPr>
          <p:cNvSpPr/>
          <p:nvPr/>
        </p:nvSpPr>
        <p:spPr>
          <a:xfrm>
            <a:off x="2146565" y="2551967"/>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04" name="Elipse 103">
            <a:extLst>
              <a:ext uri="{FF2B5EF4-FFF2-40B4-BE49-F238E27FC236}">
                <a16:creationId xmlns:a16="http://schemas.microsoft.com/office/drawing/2014/main" id="{390C9758-3FFE-1A49-8FEE-9738116E7794}"/>
              </a:ext>
            </a:extLst>
          </p:cNvPr>
          <p:cNvSpPr/>
          <p:nvPr/>
        </p:nvSpPr>
        <p:spPr>
          <a:xfrm>
            <a:off x="2302839" y="2727448"/>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105" name="Elipse 104">
            <a:extLst>
              <a:ext uri="{FF2B5EF4-FFF2-40B4-BE49-F238E27FC236}">
                <a16:creationId xmlns:a16="http://schemas.microsoft.com/office/drawing/2014/main" id="{DA0042E8-9824-544B-8380-27F311A4A0CF}"/>
              </a:ext>
            </a:extLst>
          </p:cNvPr>
          <p:cNvSpPr/>
          <p:nvPr/>
        </p:nvSpPr>
        <p:spPr>
          <a:xfrm>
            <a:off x="2548982" y="2551967"/>
            <a:ext cx="92990" cy="92990"/>
          </a:xfrm>
          <a:prstGeom prst="ellipse">
            <a:avLst/>
          </a:prstGeom>
          <a:solidFill>
            <a:schemeClr val="accent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_tradnl" b="1">
              <a:ln w="22225">
                <a:solidFill>
                  <a:schemeClr val="accent2"/>
                </a:solidFill>
                <a:prstDash val="solid"/>
              </a:ln>
              <a:solidFill>
                <a:schemeClr val="accent2">
                  <a:lumMod val="40000"/>
                  <a:lumOff val="60000"/>
                </a:schemeClr>
              </a:solidFill>
            </a:endParaRPr>
          </a:p>
        </p:txBody>
      </p:sp>
      <p:sp>
        <p:nvSpPr>
          <p:cNvPr id="3" name="CuadroTexto 2">
            <a:extLst>
              <a:ext uri="{FF2B5EF4-FFF2-40B4-BE49-F238E27FC236}">
                <a16:creationId xmlns:a16="http://schemas.microsoft.com/office/drawing/2014/main" id="{C9930310-6F19-694F-921D-F3E89F22798D}"/>
              </a:ext>
            </a:extLst>
          </p:cNvPr>
          <p:cNvSpPr txBox="1"/>
          <p:nvPr/>
        </p:nvSpPr>
        <p:spPr>
          <a:xfrm>
            <a:off x="4374402" y="2022228"/>
            <a:ext cx="3942009" cy="1754326"/>
          </a:xfrm>
          <a:prstGeom prst="rect">
            <a:avLst/>
          </a:prstGeom>
          <a:noFill/>
        </p:spPr>
        <p:txBody>
          <a:bodyPr wrap="square" rtlCol="0">
            <a:spAutoFit/>
          </a:bodyPr>
          <a:lstStyle/>
          <a:p>
            <a:pPr marL="285750" indent="-285750">
              <a:buFont typeface="Arial" panose="020B0604020202020204" pitchFamily="34" charset="0"/>
              <a:buChar char="•"/>
            </a:pPr>
            <a:r>
              <a:rPr lang="es-ES_tradnl" dirty="0"/>
              <a:t>Selección de hipótesis.</a:t>
            </a:r>
          </a:p>
          <a:p>
            <a:pPr marL="742950" lvl="1" indent="-285750">
              <a:buFont typeface="Arial" panose="020B0604020202020204" pitchFamily="34" charset="0"/>
              <a:buChar char="•"/>
            </a:pPr>
            <a:r>
              <a:rPr lang="es-ES_tradnl" dirty="0"/>
              <a:t>Mientras más pixeles se tome, mejor va a ser el clasificador.</a:t>
            </a:r>
          </a:p>
          <a:p>
            <a:pPr marL="742950" lvl="1" indent="-285750">
              <a:buFont typeface="Arial" panose="020B0604020202020204" pitchFamily="34" charset="0"/>
              <a:buChar char="•"/>
            </a:pPr>
            <a:r>
              <a:rPr lang="es-ES_tradnl" dirty="0"/>
              <a:t>Tener muchas muestras es mejor.</a:t>
            </a:r>
          </a:p>
          <a:p>
            <a:pPr marL="285750" indent="-285750">
              <a:buFont typeface="Arial" panose="020B0604020202020204" pitchFamily="34" charset="0"/>
              <a:buChar char="•"/>
            </a:pPr>
            <a:endParaRPr lang="es-ES_tradnl" dirty="0"/>
          </a:p>
        </p:txBody>
      </p:sp>
      <p:sp>
        <p:nvSpPr>
          <p:cNvPr id="134" name="Corazón 133">
            <a:extLst>
              <a:ext uri="{FF2B5EF4-FFF2-40B4-BE49-F238E27FC236}">
                <a16:creationId xmlns:a16="http://schemas.microsoft.com/office/drawing/2014/main" id="{ECDDEBF6-3386-224A-BA35-EAF31AAD6AA2}"/>
              </a:ext>
            </a:extLst>
          </p:cNvPr>
          <p:cNvSpPr/>
          <p:nvPr/>
        </p:nvSpPr>
        <p:spPr>
          <a:xfrm>
            <a:off x="2495955" y="361085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35" name="Corazón 134">
            <a:extLst>
              <a:ext uri="{FF2B5EF4-FFF2-40B4-BE49-F238E27FC236}">
                <a16:creationId xmlns:a16="http://schemas.microsoft.com/office/drawing/2014/main" id="{DC1CE9B3-E139-BD4C-B9EF-031E304EC3A3}"/>
              </a:ext>
            </a:extLst>
          </p:cNvPr>
          <p:cNvSpPr/>
          <p:nvPr/>
        </p:nvSpPr>
        <p:spPr>
          <a:xfrm>
            <a:off x="2401788" y="265142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36" name="Corazón 135">
            <a:extLst>
              <a:ext uri="{FF2B5EF4-FFF2-40B4-BE49-F238E27FC236}">
                <a16:creationId xmlns:a16="http://schemas.microsoft.com/office/drawing/2014/main" id="{4A3DE838-85C1-FE4C-9A70-29AAC004E2B9}"/>
              </a:ext>
            </a:extLst>
          </p:cNvPr>
          <p:cNvSpPr/>
          <p:nvPr/>
        </p:nvSpPr>
        <p:spPr>
          <a:xfrm>
            <a:off x="2985842" y="331653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37" name="Corazón 136">
            <a:extLst>
              <a:ext uri="{FF2B5EF4-FFF2-40B4-BE49-F238E27FC236}">
                <a16:creationId xmlns:a16="http://schemas.microsoft.com/office/drawing/2014/main" id="{725B75D6-8E65-C742-961D-1ABB7FD18670}"/>
              </a:ext>
            </a:extLst>
          </p:cNvPr>
          <p:cNvSpPr/>
          <p:nvPr/>
        </p:nvSpPr>
        <p:spPr>
          <a:xfrm>
            <a:off x="2763041" y="343261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38" name="Corazón 137">
            <a:extLst>
              <a:ext uri="{FF2B5EF4-FFF2-40B4-BE49-F238E27FC236}">
                <a16:creationId xmlns:a16="http://schemas.microsoft.com/office/drawing/2014/main" id="{F5F807C4-890E-C94C-A2D2-1B66C7222593}"/>
              </a:ext>
            </a:extLst>
          </p:cNvPr>
          <p:cNvSpPr/>
          <p:nvPr/>
        </p:nvSpPr>
        <p:spPr>
          <a:xfrm>
            <a:off x="2822739" y="3724767"/>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39" name="Corazón 138">
            <a:extLst>
              <a:ext uri="{FF2B5EF4-FFF2-40B4-BE49-F238E27FC236}">
                <a16:creationId xmlns:a16="http://schemas.microsoft.com/office/drawing/2014/main" id="{56627C60-B094-FD49-A92E-DACFB645A0B9}"/>
              </a:ext>
            </a:extLst>
          </p:cNvPr>
          <p:cNvSpPr/>
          <p:nvPr/>
        </p:nvSpPr>
        <p:spPr>
          <a:xfrm>
            <a:off x="2965323" y="352575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40" name="Corazón 139">
            <a:extLst>
              <a:ext uri="{FF2B5EF4-FFF2-40B4-BE49-F238E27FC236}">
                <a16:creationId xmlns:a16="http://schemas.microsoft.com/office/drawing/2014/main" id="{FC5E83D9-82C6-694F-B2AE-4BCB9ACB9E4B}"/>
              </a:ext>
            </a:extLst>
          </p:cNvPr>
          <p:cNvSpPr/>
          <p:nvPr/>
        </p:nvSpPr>
        <p:spPr>
          <a:xfrm>
            <a:off x="3190821" y="3470549"/>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41" name="Corazón 140">
            <a:extLst>
              <a:ext uri="{FF2B5EF4-FFF2-40B4-BE49-F238E27FC236}">
                <a16:creationId xmlns:a16="http://schemas.microsoft.com/office/drawing/2014/main" id="{2A5D504F-3DC7-DB4B-81BF-45545A8779AA}"/>
              </a:ext>
            </a:extLst>
          </p:cNvPr>
          <p:cNvSpPr/>
          <p:nvPr/>
        </p:nvSpPr>
        <p:spPr>
          <a:xfrm>
            <a:off x="1934722" y="3605537"/>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42" name="Corazón 141">
            <a:extLst>
              <a:ext uri="{FF2B5EF4-FFF2-40B4-BE49-F238E27FC236}">
                <a16:creationId xmlns:a16="http://schemas.microsoft.com/office/drawing/2014/main" id="{8522D776-F28B-ED4F-9872-9355DD6D22BD}"/>
              </a:ext>
            </a:extLst>
          </p:cNvPr>
          <p:cNvSpPr/>
          <p:nvPr/>
        </p:nvSpPr>
        <p:spPr>
          <a:xfrm>
            <a:off x="2241577" y="309718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43" name="Corazón 142">
            <a:extLst>
              <a:ext uri="{FF2B5EF4-FFF2-40B4-BE49-F238E27FC236}">
                <a16:creationId xmlns:a16="http://schemas.microsoft.com/office/drawing/2014/main" id="{C0A0B0A0-ABA8-6642-95F1-61F5390AAC04}"/>
              </a:ext>
            </a:extLst>
          </p:cNvPr>
          <p:cNvSpPr/>
          <p:nvPr/>
        </p:nvSpPr>
        <p:spPr>
          <a:xfrm>
            <a:off x="2424609" y="3311218"/>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44" name="Corazón 143">
            <a:extLst>
              <a:ext uri="{FF2B5EF4-FFF2-40B4-BE49-F238E27FC236}">
                <a16:creationId xmlns:a16="http://schemas.microsoft.com/office/drawing/2014/main" id="{F43697F3-0D08-314B-BFD1-D2AE3016F2CD}"/>
              </a:ext>
            </a:extLst>
          </p:cNvPr>
          <p:cNvSpPr/>
          <p:nvPr/>
        </p:nvSpPr>
        <p:spPr>
          <a:xfrm>
            <a:off x="2201808" y="3427298"/>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45" name="Corazón 144">
            <a:extLst>
              <a:ext uri="{FF2B5EF4-FFF2-40B4-BE49-F238E27FC236}">
                <a16:creationId xmlns:a16="http://schemas.microsoft.com/office/drawing/2014/main" id="{82911415-53C7-2E4A-AEC2-BB3B375E2C90}"/>
              </a:ext>
            </a:extLst>
          </p:cNvPr>
          <p:cNvSpPr/>
          <p:nvPr/>
        </p:nvSpPr>
        <p:spPr>
          <a:xfrm>
            <a:off x="2261506" y="371945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46" name="Corazón 145">
            <a:extLst>
              <a:ext uri="{FF2B5EF4-FFF2-40B4-BE49-F238E27FC236}">
                <a16:creationId xmlns:a16="http://schemas.microsoft.com/office/drawing/2014/main" id="{9C2265C7-0AB4-BF42-B636-70D35B86833F}"/>
              </a:ext>
            </a:extLst>
          </p:cNvPr>
          <p:cNvSpPr/>
          <p:nvPr/>
        </p:nvSpPr>
        <p:spPr>
          <a:xfrm>
            <a:off x="2404090" y="3520441"/>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47" name="Corazón 146">
            <a:extLst>
              <a:ext uri="{FF2B5EF4-FFF2-40B4-BE49-F238E27FC236}">
                <a16:creationId xmlns:a16="http://schemas.microsoft.com/office/drawing/2014/main" id="{85F8AD64-F049-6C4C-B1AF-3874668ADC7C}"/>
              </a:ext>
            </a:extLst>
          </p:cNvPr>
          <p:cNvSpPr/>
          <p:nvPr/>
        </p:nvSpPr>
        <p:spPr>
          <a:xfrm>
            <a:off x="2131141" y="2717426"/>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48" name="Corazón 147">
            <a:extLst>
              <a:ext uri="{FF2B5EF4-FFF2-40B4-BE49-F238E27FC236}">
                <a16:creationId xmlns:a16="http://schemas.microsoft.com/office/drawing/2014/main" id="{ED4494E2-21BA-0448-A271-1DAFDECFEA63}"/>
              </a:ext>
            </a:extLst>
          </p:cNvPr>
          <p:cNvSpPr/>
          <p:nvPr/>
        </p:nvSpPr>
        <p:spPr>
          <a:xfrm>
            <a:off x="2566160" y="3157222"/>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49" name="Corazón 148">
            <a:extLst>
              <a:ext uri="{FF2B5EF4-FFF2-40B4-BE49-F238E27FC236}">
                <a16:creationId xmlns:a16="http://schemas.microsoft.com/office/drawing/2014/main" id="{5E4EE5E5-7A2A-5444-A778-D7EFF7C4B9E3}"/>
              </a:ext>
            </a:extLst>
          </p:cNvPr>
          <p:cNvSpPr/>
          <p:nvPr/>
        </p:nvSpPr>
        <p:spPr>
          <a:xfrm>
            <a:off x="2765240" y="2525857"/>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50" name="Corazón 149">
            <a:extLst>
              <a:ext uri="{FF2B5EF4-FFF2-40B4-BE49-F238E27FC236}">
                <a16:creationId xmlns:a16="http://schemas.microsoft.com/office/drawing/2014/main" id="{B1742134-9936-0041-BA4E-2CD4B412B1E5}"/>
              </a:ext>
            </a:extLst>
          </p:cNvPr>
          <p:cNvSpPr/>
          <p:nvPr/>
        </p:nvSpPr>
        <p:spPr>
          <a:xfrm>
            <a:off x="2948272" y="2739894"/>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51" name="Corazón 150">
            <a:extLst>
              <a:ext uri="{FF2B5EF4-FFF2-40B4-BE49-F238E27FC236}">
                <a16:creationId xmlns:a16="http://schemas.microsoft.com/office/drawing/2014/main" id="{08932EA8-4BA6-AC40-804F-89B02230C307}"/>
              </a:ext>
            </a:extLst>
          </p:cNvPr>
          <p:cNvSpPr/>
          <p:nvPr/>
        </p:nvSpPr>
        <p:spPr>
          <a:xfrm>
            <a:off x="2725471" y="2855974"/>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52" name="Corazón 151">
            <a:extLst>
              <a:ext uri="{FF2B5EF4-FFF2-40B4-BE49-F238E27FC236}">
                <a16:creationId xmlns:a16="http://schemas.microsoft.com/office/drawing/2014/main" id="{3E089014-7247-DA4A-A22C-C99E3E02BEB8}"/>
              </a:ext>
            </a:extLst>
          </p:cNvPr>
          <p:cNvSpPr/>
          <p:nvPr/>
        </p:nvSpPr>
        <p:spPr>
          <a:xfrm>
            <a:off x="3218529" y="3217213"/>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53" name="Corazón 152">
            <a:extLst>
              <a:ext uri="{FF2B5EF4-FFF2-40B4-BE49-F238E27FC236}">
                <a16:creationId xmlns:a16="http://schemas.microsoft.com/office/drawing/2014/main" id="{8327857A-F98A-9644-8BBA-1D903BEF7AFA}"/>
              </a:ext>
            </a:extLst>
          </p:cNvPr>
          <p:cNvSpPr/>
          <p:nvPr/>
        </p:nvSpPr>
        <p:spPr>
          <a:xfrm>
            <a:off x="2927753" y="2949117"/>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54" name="Corazón 153">
            <a:extLst>
              <a:ext uri="{FF2B5EF4-FFF2-40B4-BE49-F238E27FC236}">
                <a16:creationId xmlns:a16="http://schemas.microsoft.com/office/drawing/2014/main" id="{AB4E78AB-B305-7C46-B9E0-DF7F7E05C347}"/>
              </a:ext>
            </a:extLst>
          </p:cNvPr>
          <p:cNvSpPr/>
          <p:nvPr/>
        </p:nvSpPr>
        <p:spPr>
          <a:xfrm>
            <a:off x="3153251" y="2893910"/>
            <a:ext cx="108488" cy="123986"/>
          </a:xfrm>
          <a:prstGeom prst="hear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55" name="Anillo 154">
            <a:extLst>
              <a:ext uri="{FF2B5EF4-FFF2-40B4-BE49-F238E27FC236}">
                <a16:creationId xmlns:a16="http://schemas.microsoft.com/office/drawing/2014/main" id="{89959B51-300C-8D4B-A13A-50A3DBCC259A}"/>
              </a:ext>
            </a:extLst>
          </p:cNvPr>
          <p:cNvSpPr/>
          <p:nvPr/>
        </p:nvSpPr>
        <p:spPr>
          <a:xfrm>
            <a:off x="9496266" y="2179965"/>
            <a:ext cx="55445" cy="66996"/>
          </a:xfrm>
          <a:prstGeom prst="don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156" name="Anillo 155">
            <a:extLst>
              <a:ext uri="{FF2B5EF4-FFF2-40B4-BE49-F238E27FC236}">
                <a16:creationId xmlns:a16="http://schemas.microsoft.com/office/drawing/2014/main" id="{57C3CC92-EC79-E84F-BCAF-F6CBA1FD2BB2}"/>
              </a:ext>
            </a:extLst>
          </p:cNvPr>
          <p:cNvSpPr/>
          <p:nvPr/>
        </p:nvSpPr>
        <p:spPr>
          <a:xfrm>
            <a:off x="9500645" y="2518497"/>
            <a:ext cx="55445" cy="66996"/>
          </a:xfrm>
          <a:prstGeom prst="don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157" name="Marco 156">
            <a:extLst>
              <a:ext uri="{FF2B5EF4-FFF2-40B4-BE49-F238E27FC236}">
                <a16:creationId xmlns:a16="http://schemas.microsoft.com/office/drawing/2014/main" id="{E8727372-8C8C-9045-B1EE-F76F8D311D65}"/>
              </a:ext>
            </a:extLst>
          </p:cNvPr>
          <p:cNvSpPr/>
          <p:nvPr/>
        </p:nvSpPr>
        <p:spPr>
          <a:xfrm>
            <a:off x="8948639" y="1717584"/>
            <a:ext cx="1135518" cy="1158568"/>
          </a:xfrm>
          <a:prstGeom prst="frame">
            <a:avLst>
              <a:gd name="adj1" fmla="val 1503"/>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158" name="Anillo 157">
            <a:extLst>
              <a:ext uri="{FF2B5EF4-FFF2-40B4-BE49-F238E27FC236}">
                <a16:creationId xmlns:a16="http://schemas.microsoft.com/office/drawing/2014/main" id="{E9969492-012F-D342-A7E5-A4D30A5618E4}"/>
              </a:ext>
            </a:extLst>
          </p:cNvPr>
          <p:cNvSpPr/>
          <p:nvPr/>
        </p:nvSpPr>
        <p:spPr>
          <a:xfrm>
            <a:off x="8999509" y="4858139"/>
            <a:ext cx="68261" cy="72672"/>
          </a:xfrm>
          <a:prstGeom prst="don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159" name="Anillo 158">
            <a:extLst>
              <a:ext uri="{FF2B5EF4-FFF2-40B4-BE49-F238E27FC236}">
                <a16:creationId xmlns:a16="http://schemas.microsoft.com/office/drawing/2014/main" id="{29FC3BC9-3440-584A-A2CB-D6D179C38CC6}"/>
              </a:ext>
            </a:extLst>
          </p:cNvPr>
          <p:cNvSpPr/>
          <p:nvPr/>
        </p:nvSpPr>
        <p:spPr>
          <a:xfrm>
            <a:off x="9008898" y="5269343"/>
            <a:ext cx="68261" cy="72672"/>
          </a:xfrm>
          <a:prstGeom prst="don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160" name="Marco 159">
            <a:extLst>
              <a:ext uri="{FF2B5EF4-FFF2-40B4-BE49-F238E27FC236}">
                <a16:creationId xmlns:a16="http://schemas.microsoft.com/office/drawing/2014/main" id="{F592BBA7-A07A-4340-8579-82A9BFA1929E}"/>
              </a:ext>
            </a:extLst>
          </p:cNvPr>
          <p:cNvSpPr/>
          <p:nvPr/>
        </p:nvSpPr>
        <p:spPr>
          <a:xfrm>
            <a:off x="8293385" y="4363371"/>
            <a:ext cx="1398003" cy="1256713"/>
          </a:xfrm>
          <a:prstGeom prst="frame">
            <a:avLst>
              <a:gd name="adj1" fmla="val 1503"/>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161" name="Anillo 160">
            <a:extLst>
              <a:ext uri="{FF2B5EF4-FFF2-40B4-BE49-F238E27FC236}">
                <a16:creationId xmlns:a16="http://schemas.microsoft.com/office/drawing/2014/main" id="{B2FB70CE-9199-6240-A70B-BA4419095260}"/>
              </a:ext>
            </a:extLst>
          </p:cNvPr>
          <p:cNvSpPr/>
          <p:nvPr/>
        </p:nvSpPr>
        <p:spPr>
          <a:xfrm>
            <a:off x="9665408" y="3507454"/>
            <a:ext cx="63566" cy="73552"/>
          </a:xfrm>
          <a:prstGeom prst="don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162" name="Anillo 161">
            <a:extLst>
              <a:ext uri="{FF2B5EF4-FFF2-40B4-BE49-F238E27FC236}">
                <a16:creationId xmlns:a16="http://schemas.microsoft.com/office/drawing/2014/main" id="{8C71D842-2A66-8941-AF80-4338CA43948A}"/>
              </a:ext>
            </a:extLst>
          </p:cNvPr>
          <p:cNvSpPr/>
          <p:nvPr/>
        </p:nvSpPr>
        <p:spPr>
          <a:xfrm>
            <a:off x="9669787" y="3845986"/>
            <a:ext cx="63566" cy="73552"/>
          </a:xfrm>
          <a:prstGeom prst="don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163" name="Marco 162">
            <a:extLst>
              <a:ext uri="{FF2B5EF4-FFF2-40B4-BE49-F238E27FC236}">
                <a16:creationId xmlns:a16="http://schemas.microsoft.com/office/drawing/2014/main" id="{F3186487-5546-F549-8054-DA5446723255}"/>
              </a:ext>
            </a:extLst>
          </p:cNvPr>
          <p:cNvSpPr/>
          <p:nvPr/>
        </p:nvSpPr>
        <p:spPr>
          <a:xfrm>
            <a:off x="9073549" y="2916925"/>
            <a:ext cx="1301841" cy="1271949"/>
          </a:xfrm>
          <a:prstGeom prst="frame">
            <a:avLst>
              <a:gd name="adj1" fmla="val 1503"/>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Tree>
    <p:extLst>
      <p:ext uri="{BB962C8B-B14F-4D97-AF65-F5344CB8AC3E}">
        <p14:creationId xmlns:p14="http://schemas.microsoft.com/office/powerpoint/2010/main" val="2557681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34"/>
                                        </p:tgtEl>
                                        <p:attrNameLst>
                                          <p:attrName>style.visibility</p:attrName>
                                        </p:attrNameLst>
                                      </p:cBhvr>
                                      <p:to>
                                        <p:strVal val="visible"/>
                                      </p:to>
                                    </p:set>
                                    <p:animEffect transition="in" filter="blinds(horizontal)">
                                      <p:cBhvr>
                                        <p:cTn id="37" dur="500"/>
                                        <p:tgtEl>
                                          <p:spTgt spid="134"/>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35"/>
                                        </p:tgtEl>
                                        <p:attrNameLst>
                                          <p:attrName>style.visibility</p:attrName>
                                        </p:attrNameLst>
                                      </p:cBhvr>
                                      <p:to>
                                        <p:strVal val="visible"/>
                                      </p:to>
                                    </p:set>
                                    <p:animEffect transition="in" filter="blinds(horizontal)">
                                      <p:cBhvr>
                                        <p:cTn id="40" dur="500"/>
                                        <p:tgtEl>
                                          <p:spTgt spid="135"/>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36"/>
                                        </p:tgtEl>
                                        <p:attrNameLst>
                                          <p:attrName>style.visibility</p:attrName>
                                        </p:attrNameLst>
                                      </p:cBhvr>
                                      <p:to>
                                        <p:strVal val="visible"/>
                                      </p:to>
                                    </p:set>
                                    <p:animEffect transition="in" filter="blinds(horizontal)">
                                      <p:cBhvr>
                                        <p:cTn id="43" dur="500"/>
                                        <p:tgtEl>
                                          <p:spTgt spid="136"/>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37"/>
                                        </p:tgtEl>
                                        <p:attrNameLst>
                                          <p:attrName>style.visibility</p:attrName>
                                        </p:attrNameLst>
                                      </p:cBhvr>
                                      <p:to>
                                        <p:strVal val="visible"/>
                                      </p:to>
                                    </p:set>
                                    <p:animEffect transition="in" filter="blinds(horizontal)">
                                      <p:cBhvr>
                                        <p:cTn id="46" dur="500"/>
                                        <p:tgtEl>
                                          <p:spTgt spid="137"/>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38"/>
                                        </p:tgtEl>
                                        <p:attrNameLst>
                                          <p:attrName>style.visibility</p:attrName>
                                        </p:attrNameLst>
                                      </p:cBhvr>
                                      <p:to>
                                        <p:strVal val="visible"/>
                                      </p:to>
                                    </p:set>
                                    <p:animEffect transition="in" filter="blinds(horizontal)">
                                      <p:cBhvr>
                                        <p:cTn id="49" dur="500"/>
                                        <p:tgtEl>
                                          <p:spTgt spid="138"/>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39"/>
                                        </p:tgtEl>
                                        <p:attrNameLst>
                                          <p:attrName>style.visibility</p:attrName>
                                        </p:attrNameLst>
                                      </p:cBhvr>
                                      <p:to>
                                        <p:strVal val="visible"/>
                                      </p:to>
                                    </p:set>
                                    <p:animEffect transition="in" filter="blinds(horizontal)">
                                      <p:cBhvr>
                                        <p:cTn id="52" dur="500"/>
                                        <p:tgtEl>
                                          <p:spTgt spid="139"/>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140"/>
                                        </p:tgtEl>
                                        <p:attrNameLst>
                                          <p:attrName>style.visibility</p:attrName>
                                        </p:attrNameLst>
                                      </p:cBhvr>
                                      <p:to>
                                        <p:strVal val="visible"/>
                                      </p:to>
                                    </p:set>
                                    <p:animEffect transition="in" filter="blinds(horizontal)">
                                      <p:cBhvr>
                                        <p:cTn id="55" dur="500"/>
                                        <p:tgtEl>
                                          <p:spTgt spid="140"/>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141"/>
                                        </p:tgtEl>
                                        <p:attrNameLst>
                                          <p:attrName>style.visibility</p:attrName>
                                        </p:attrNameLst>
                                      </p:cBhvr>
                                      <p:to>
                                        <p:strVal val="visible"/>
                                      </p:to>
                                    </p:set>
                                    <p:animEffect transition="in" filter="blinds(horizontal)">
                                      <p:cBhvr>
                                        <p:cTn id="58" dur="500"/>
                                        <p:tgtEl>
                                          <p:spTgt spid="141"/>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142"/>
                                        </p:tgtEl>
                                        <p:attrNameLst>
                                          <p:attrName>style.visibility</p:attrName>
                                        </p:attrNameLst>
                                      </p:cBhvr>
                                      <p:to>
                                        <p:strVal val="visible"/>
                                      </p:to>
                                    </p:set>
                                    <p:animEffect transition="in" filter="blinds(horizontal)">
                                      <p:cBhvr>
                                        <p:cTn id="61" dur="500"/>
                                        <p:tgtEl>
                                          <p:spTgt spid="142"/>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143"/>
                                        </p:tgtEl>
                                        <p:attrNameLst>
                                          <p:attrName>style.visibility</p:attrName>
                                        </p:attrNameLst>
                                      </p:cBhvr>
                                      <p:to>
                                        <p:strVal val="visible"/>
                                      </p:to>
                                    </p:set>
                                    <p:animEffect transition="in" filter="blinds(horizontal)">
                                      <p:cBhvr>
                                        <p:cTn id="64" dur="500"/>
                                        <p:tgtEl>
                                          <p:spTgt spid="143"/>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144"/>
                                        </p:tgtEl>
                                        <p:attrNameLst>
                                          <p:attrName>style.visibility</p:attrName>
                                        </p:attrNameLst>
                                      </p:cBhvr>
                                      <p:to>
                                        <p:strVal val="visible"/>
                                      </p:to>
                                    </p:set>
                                    <p:animEffect transition="in" filter="blinds(horizontal)">
                                      <p:cBhvr>
                                        <p:cTn id="67" dur="500"/>
                                        <p:tgtEl>
                                          <p:spTgt spid="144"/>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145"/>
                                        </p:tgtEl>
                                        <p:attrNameLst>
                                          <p:attrName>style.visibility</p:attrName>
                                        </p:attrNameLst>
                                      </p:cBhvr>
                                      <p:to>
                                        <p:strVal val="visible"/>
                                      </p:to>
                                    </p:set>
                                    <p:animEffect transition="in" filter="blinds(horizontal)">
                                      <p:cBhvr>
                                        <p:cTn id="70" dur="500"/>
                                        <p:tgtEl>
                                          <p:spTgt spid="145"/>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146"/>
                                        </p:tgtEl>
                                        <p:attrNameLst>
                                          <p:attrName>style.visibility</p:attrName>
                                        </p:attrNameLst>
                                      </p:cBhvr>
                                      <p:to>
                                        <p:strVal val="visible"/>
                                      </p:to>
                                    </p:set>
                                    <p:animEffect transition="in" filter="blinds(horizontal)">
                                      <p:cBhvr>
                                        <p:cTn id="73" dur="500"/>
                                        <p:tgtEl>
                                          <p:spTgt spid="146"/>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147"/>
                                        </p:tgtEl>
                                        <p:attrNameLst>
                                          <p:attrName>style.visibility</p:attrName>
                                        </p:attrNameLst>
                                      </p:cBhvr>
                                      <p:to>
                                        <p:strVal val="visible"/>
                                      </p:to>
                                    </p:set>
                                    <p:animEffect transition="in" filter="blinds(horizontal)">
                                      <p:cBhvr>
                                        <p:cTn id="76" dur="500"/>
                                        <p:tgtEl>
                                          <p:spTgt spid="147"/>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148"/>
                                        </p:tgtEl>
                                        <p:attrNameLst>
                                          <p:attrName>style.visibility</p:attrName>
                                        </p:attrNameLst>
                                      </p:cBhvr>
                                      <p:to>
                                        <p:strVal val="visible"/>
                                      </p:to>
                                    </p:set>
                                    <p:animEffect transition="in" filter="blinds(horizontal)">
                                      <p:cBhvr>
                                        <p:cTn id="79" dur="500"/>
                                        <p:tgtEl>
                                          <p:spTgt spid="148"/>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149"/>
                                        </p:tgtEl>
                                        <p:attrNameLst>
                                          <p:attrName>style.visibility</p:attrName>
                                        </p:attrNameLst>
                                      </p:cBhvr>
                                      <p:to>
                                        <p:strVal val="visible"/>
                                      </p:to>
                                    </p:set>
                                    <p:animEffect transition="in" filter="blinds(horizontal)">
                                      <p:cBhvr>
                                        <p:cTn id="82" dur="500"/>
                                        <p:tgtEl>
                                          <p:spTgt spid="149"/>
                                        </p:tgtEl>
                                      </p:cBhvr>
                                    </p:animEffect>
                                  </p:childTnLst>
                                </p:cTn>
                              </p:par>
                              <p:par>
                                <p:cTn id="83" presetID="3" presetClass="entr" presetSubtype="10" fill="hold" grpId="0" nodeType="withEffect">
                                  <p:stCondLst>
                                    <p:cond delay="0"/>
                                  </p:stCondLst>
                                  <p:childTnLst>
                                    <p:set>
                                      <p:cBhvr>
                                        <p:cTn id="84" dur="1" fill="hold">
                                          <p:stCondLst>
                                            <p:cond delay="0"/>
                                          </p:stCondLst>
                                        </p:cTn>
                                        <p:tgtEl>
                                          <p:spTgt spid="150"/>
                                        </p:tgtEl>
                                        <p:attrNameLst>
                                          <p:attrName>style.visibility</p:attrName>
                                        </p:attrNameLst>
                                      </p:cBhvr>
                                      <p:to>
                                        <p:strVal val="visible"/>
                                      </p:to>
                                    </p:set>
                                    <p:animEffect transition="in" filter="blinds(horizontal)">
                                      <p:cBhvr>
                                        <p:cTn id="85" dur="500"/>
                                        <p:tgtEl>
                                          <p:spTgt spid="150"/>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151"/>
                                        </p:tgtEl>
                                        <p:attrNameLst>
                                          <p:attrName>style.visibility</p:attrName>
                                        </p:attrNameLst>
                                      </p:cBhvr>
                                      <p:to>
                                        <p:strVal val="visible"/>
                                      </p:to>
                                    </p:set>
                                    <p:animEffect transition="in" filter="blinds(horizontal)">
                                      <p:cBhvr>
                                        <p:cTn id="88" dur="500"/>
                                        <p:tgtEl>
                                          <p:spTgt spid="151"/>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152"/>
                                        </p:tgtEl>
                                        <p:attrNameLst>
                                          <p:attrName>style.visibility</p:attrName>
                                        </p:attrNameLst>
                                      </p:cBhvr>
                                      <p:to>
                                        <p:strVal val="visible"/>
                                      </p:to>
                                    </p:set>
                                    <p:animEffect transition="in" filter="blinds(horizontal)">
                                      <p:cBhvr>
                                        <p:cTn id="91" dur="500"/>
                                        <p:tgtEl>
                                          <p:spTgt spid="152"/>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153"/>
                                        </p:tgtEl>
                                        <p:attrNameLst>
                                          <p:attrName>style.visibility</p:attrName>
                                        </p:attrNameLst>
                                      </p:cBhvr>
                                      <p:to>
                                        <p:strVal val="visible"/>
                                      </p:to>
                                    </p:set>
                                    <p:animEffect transition="in" filter="blinds(horizontal)">
                                      <p:cBhvr>
                                        <p:cTn id="94" dur="500"/>
                                        <p:tgtEl>
                                          <p:spTgt spid="153"/>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154"/>
                                        </p:tgtEl>
                                        <p:attrNameLst>
                                          <p:attrName>style.visibility</p:attrName>
                                        </p:attrNameLst>
                                      </p:cBhvr>
                                      <p:to>
                                        <p:strVal val="visible"/>
                                      </p:to>
                                    </p:set>
                                    <p:animEffect transition="in" filter="blinds(horizontal)">
                                      <p:cBhvr>
                                        <p:cTn id="97" dur="5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2" grpId="0" animBg="1"/>
      <p:bldP spid="16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7C0ACC-9545-204F-BD6D-0E797EBEC572}"/>
              </a:ext>
            </a:extLst>
          </p:cNvPr>
          <p:cNvSpPr>
            <a:spLocks noGrp="1"/>
          </p:cNvSpPr>
          <p:nvPr>
            <p:ph type="title"/>
          </p:nvPr>
        </p:nvSpPr>
        <p:spPr/>
        <p:txBody>
          <a:bodyPr/>
          <a:lstStyle/>
          <a:p>
            <a:r>
              <a:rPr lang="es-ES_tradnl" dirty="0"/>
              <a:t>Redes neuronales artificiales</a:t>
            </a:r>
          </a:p>
        </p:txBody>
      </p:sp>
      <p:sp>
        <p:nvSpPr>
          <p:cNvPr id="3" name="Marcador de contenido 2">
            <a:extLst>
              <a:ext uri="{FF2B5EF4-FFF2-40B4-BE49-F238E27FC236}">
                <a16:creationId xmlns:a16="http://schemas.microsoft.com/office/drawing/2014/main" id="{A91DBA8C-064A-F14E-8ABC-1BD0E1AD6462}"/>
              </a:ext>
            </a:extLst>
          </p:cNvPr>
          <p:cNvSpPr>
            <a:spLocks noGrp="1"/>
          </p:cNvSpPr>
          <p:nvPr>
            <p:ph idx="1"/>
          </p:nvPr>
        </p:nvSpPr>
        <p:spPr/>
        <p:txBody>
          <a:bodyPr>
            <a:normAutofit lnSpcReduction="10000"/>
          </a:bodyPr>
          <a:lstStyle/>
          <a:p>
            <a:r>
              <a:rPr lang="es-ES_tradnl" dirty="0"/>
              <a:t>Se basan en una representación muy simplificada del funcionamiento intuido por nosotros del cerebro.</a:t>
            </a:r>
          </a:p>
          <a:p>
            <a:r>
              <a:rPr lang="es-ES_tradnl" dirty="0"/>
              <a:t>Llevan más de 30 años de moda, con un estallido reciente, gracias a el uso de </a:t>
            </a:r>
            <a:r>
              <a:rPr lang="es-ES_tradnl" dirty="0" err="1"/>
              <a:t>GPUs</a:t>
            </a:r>
            <a:r>
              <a:rPr lang="es-ES_tradnl" dirty="0"/>
              <a:t> y su capacidad de hacer millones de cálculos casi en paralelo.</a:t>
            </a:r>
          </a:p>
          <a:p>
            <a:r>
              <a:rPr lang="es-ES_tradnl" dirty="0"/>
              <a:t>En muchas aplicaciones de clasificación y segmentación presentan los mejores resultados del estado del arte  </a:t>
            </a:r>
          </a:p>
          <a:p>
            <a:endParaRPr lang="es-ES_tradnl" dirty="0"/>
          </a:p>
        </p:txBody>
      </p:sp>
    </p:spTree>
    <p:extLst>
      <p:ext uri="{BB962C8B-B14F-4D97-AF65-F5344CB8AC3E}">
        <p14:creationId xmlns:p14="http://schemas.microsoft.com/office/powerpoint/2010/main" val="1668018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9D186D-C2AF-4D43-9771-FE87EBD7A94E}"/>
              </a:ext>
            </a:extLst>
          </p:cNvPr>
          <p:cNvSpPr>
            <a:spLocks noGrp="1"/>
          </p:cNvSpPr>
          <p:nvPr>
            <p:ph type="title"/>
          </p:nvPr>
        </p:nvSpPr>
        <p:spPr>
          <a:xfrm>
            <a:off x="609605" y="273049"/>
            <a:ext cx="4011084" cy="1162051"/>
          </a:xfrm>
        </p:spPr>
        <p:txBody>
          <a:bodyPr/>
          <a:lstStyle/>
          <a:p>
            <a:r>
              <a:rPr lang="es-ES_tradnl" dirty="0"/>
              <a:t>Neurona </a:t>
            </a:r>
          </a:p>
        </p:txBody>
      </p:sp>
      <p:pic>
        <p:nvPicPr>
          <p:cNvPr id="4" name="Imagen 3" descr="Diagrama&#10;&#10;Descripción generada automáticamente">
            <a:extLst>
              <a:ext uri="{FF2B5EF4-FFF2-40B4-BE49-F238E27FC236}">
                <a16:creationId xmlns:a16="http://schemas.microsoft.com/office/drawing/2014/main" id="{361B4CE2-FE94-4246-9456-379C7EB01681}"/>
              </a:ext>
            </a:extLst>
          </p:cNvPr>
          <p:cNvPicPr>
            <a:picLocks noChangeAspect="1"/>
          </p:cNvPicPr>
          <p:nvPr/>
        </p:nvPicPr>
        <p:blipFill>
          <a:blip r:embed="rId2"/>
          <a:stretch>
            <a:fillRect/>
          </a:stretch>
        </p:blipFill>
        <p:spPr>
          <a:xfrm>
            <a:off x="6485162" y="1261641"/>
            <a:ext cx="5706838" cy="3680910"/>
          </a:xfrm>
          <a:prstGeom prst="rect">
            <a:avLst/>
          </a:prstGeom>
          <a:noFill/>
        </p:spPr>
      </p:pic>
      <p:sp>
        <p:nvSpPr>
          <p:cNvPr id="11" name="Text Placeholder 3">
            <a:extLst>
              <a:ext uri="{FF2B5EF4-FFF2-40B4-BE49-F238E27FC236}">
                <a16:creationId xmlns:a16="http://schemas.microsoft.com/office/drawing/2014/main" id="{C1248D4E-C7E5-495B-87D8-4BA04CD925F5}"/>
              </a:ext>
            </a:extLst>
          </p:cNvPr>
          <p:cNvSpPr>
            <a:spLocks noGrp="1"/>
          </p:cNvSpPr>
          <p:nvPr>
            <p:ph type="body" sz="half" idx="2"/>
          </p:nvPr>
        </p:nvSpPr>
        <p:spPr>
          <a:xfrm>
            <a:off x="162988" y="1435100"/>
            <a:ext cx="6322174" cy="4121151"/>
          </a:xfrm>
        </p:spPr>
        <p:txBody>
          <a:bodyPr>
            <a:normAutofit/>
          </a:bodyPr>
          <a:lstStyle/>
          <a:p>
            <a:r>
              <a:rPr lang="es-ES_tradnl" sz="2000" dirty="0"/>
              <a:t>Un modelo simplificado de una neurona involucra:</a:t>
            </a:r>
          </a:p>
          <a:p>
            <a:r>
              <a:rPr lang="es-ES_tradnl" sz="2000" dirty="0"/>
              <a:t>Entradas:</a:t>
            </a:r>
          </a:p>
          <a:p>
            <a:pPr lvl="1"/>
            <a:r>
              <a:rPr lang="es-ES_tradnl" sz="1800" dirty="0"/>
              <a:t>Dendritas</a:t>
            </a:r>
          </a:p>
          <a:p>
            <a:r>
              <a:rPr lang="es-ES_tradnl" sz="2000" dirty="0"/>
              <a:t>Salidas:</a:t>
            </a:r>
          </a:p>
          <a:p>
            <a:pPr lvl="1"/>
            <a:r>
              <a:rPr lang="es-ES_tradnl" sz="1800" dirty="0"/>
              <a:t>Axón </a:t>
            </a:r>
          </a:p>
          <a:p>
            <a:r>
              <a:rPr lang="es-ES_tradnl" sz="2000" dirty="0"/>
              <a:t>Vamos a hacer una simplificación al modelo:</a:t>
            </a:r>
          </a:p>
          <a:p>
            <a:pPr lvl="1"/>
            <a:r>
              <a:rPr lang="es-ES_tradnl" sz="1733" dirty="0"/>
              <a:t>Tomando unas entradas, aplicando una función que las relacione en una sola salida.</a:t>
            </a:r>
          </a:p>
          <a:p>
            <a:pPr lvl="1"/>
            <a:r>
              <a:rPr lang="es-ES_tradnl" sz="1733" dirty="0"/>
              <a:t>Duplicando el modelo de neurona con otras neuronas con el mismo o diferente modelo.</a:t>
            </a:r>
          </a:p>
          <a:p>
            <a:pPr lvl="1"/>
            <a:r>
              <a:rPr lang="es-ES_tradnl" sz="1733" dirty="0"/>
              <a:t>Uniendo varias capas de estas neuronas para resolver nuestro problema.</a:t>
            </a:r>
          </a:p>
        </p:txBody>
      </p:sp>
      <p:sp>
        <p:nvSpPr>
          <p:cNvPr id="3" name="CuadroTexto 2">
            <a:extLst>
              <a:ext uri="{FF2B5EF4-FFF2-40B4-BE49-F238E27FC236}">
                <a16:creationId xmlns:a16="http://schemas.microsoft.com/office/drawing/2014/main" id="{DE5F71CA-BDB1-415A-B79D-0FC3778B9F01}"/>
              </a:ext>
            </a:extLst>
          </p:cNvPr>
          <p:cNvSpPr txBox="1"/>
          <p:nvPr/>
        </p:nvSpPr>
        <p:spPr>
          <a:xfrm>
            <a:off x="5499652" y="5116010"/>
            <a:ext cx="6122504" cy="646331"/>
          </a:xfrm>
          <a:prstGeom prst="rect">
            <a:avLst/>
          </a:prstGeom>
          <a:noFill/>
        </p:spPr>
        <p:txBody>
          <a:bodyPr wrap="square">
            <a:spAutoFit/>
          </a:bodyPr>
          <a:lstStyle/>
          <a:p>
            <a:r>
              <a:rPr lang="en-US" sz="1800" u="none" strike="noStrike" dirty="0">
                <a:effectLst/>
                <a:latin typeface="Times New Roman" panose="02020603050405020304" pitchFamily="18" charset="0"/>
                <a:ea typeface="Andale Sans UI"/>
                <a:cs typeface="Tahoma" panose="020B0604030504040204" pitchFamily="34" charset="0"/>
                <a:hlinkClick r:id="rId3"/>
              </a:rPr>
              <a:t>https://www.youtube.com/watch?time_continue=18&amp;v=IOHayh06LJ4</a:t>
            </a:r>
            <a:endParaRPr lang="es-CO" dirty="0"/>
          </a:p>
        </p:txBody>
      </p:sp>
    </p:spTree>
    <p:extLst>
      <p:ext uri="{BB962C8B-B14F-4D97-AF65-F5344CB8AC3E}">
        <p14:creationId xmlns:p14="http://schemas.microsoft.com/office/powerpoint/2010/main" val="2230264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7267C8-159F-CB4F-A22F-C90095AF827A}"/>
              </a:ext>
            </a:extLst>
          </p:cNvPr>
          <p:cNvSpPr>
            <a:spLocks noGrp="1"/>
          </p:cNvSpPr>
          <p:nvPr>
            <p:ph type="title"/>
          </p:nvPr>
        </p:nvSpPr>
        <p:spPr/>
        <p:txBody>
          <a:bodyPr/>
          <a:lstStyle/>
          <a:p>
            <a:r>
              <a:rPr lang="es-ES_tradnl" dirty="0"/>
              <a:t>Neurona Artificial</a:t>
            </a:r>
          </a:p>
        </p:txBody>
      </p:sp>
      <p:sp>
        <p:nvSpPr>
          <p:cNvPr id="3" name="Marcador de contenido 2">
            <a:extLst>
              <a:ext uri="{FF2B5EF4-FFF2-40B4-BE49-F238E27FC236}">
                <a16:creationId xmlns:a16="http://schemas.microsoft.com/office/drawing/2014/main" id="{00719820-C5C4-0C4F-BEDC-5E3CA612A850}"/>
              </a:ext>
            </a:extLst>
          </p:cNvPr>
          <p:cNvSpPr>
            <a:spLocks noGrp="1"/>
          </p:cNvSpPr>
          <p:nvPr>
            <p:ph idx="1"/>
          </p:nvPr>
        </p:nvSpPr>
        <p:spPr>
          <a:xfrm>
            <a:off x="5715916" y="1711767"/>
            <a:ext cx="6162896" cy="3939371"/>
          </a:xfrm>
        </p:spPr>
        <p:txBody>
          <a:bodyPr>
            <a:normAutofit lnSpcReduction="10000"/>
          </a:bodyPr>
          <a:lstStyle/>
          <a:p>
            <a:r>
              <a:rPr lang="es-ES_tradnl" sz="2400" dirty="0"/>
              <a:t>La función que agrega las entradas suele ser una combinación lineal</a:t>
            </a:r>
          </a:p>
          <a:p>
            <a:r>
              <a:rPr lang="es-ES_tradnl" sz="2400" dirty="0"/>
              <a:t>La función que tiene como entrada la combinación lineal, es necesaria para normalizar la salida de la neurona artificial.</a:t>
            </a:r>
          </a:p>
          <a:p>
            <a:endParaRPr lang="es-ES_tradnl" sz="2400" dirty="0"/>
          </a:p>
          <a:p>
            <a:endParaRPr lang="es-ES_tradnl" sz="2400" dirty="0"/>
          </a:p>
          <a:p>
            <a:endParaRPr lang="es-ES_tradnl" sz="2400" dirty="0"/>
          </a:p>
          <a:p>
            <a:r>
              <a:rPr lang="es-ES_tradnl" sz="2400" dirty="0"/>
              <a:t>Podemos usar por ejemplo esta función la Logística o Sigmoide u otra función </a:t>
            </a:r>
          </a:p>
        </p:txBody>
      </p:sp>
      <p:sp>
        <p:nvSpPr>
          <p:cNvPr id="4" name="Anillo 3">
            <a:extLst>
              <a:ext uri="{FF2B5EF4-FFF2-40B4-BE49-F238E27FC236}">
                <a16:creationId xmlns:a16="http://schemas.microsoft.com/office/drawing/2014/main" id="{EAC9A54B-B327-CE4C-8A83-D3388830CCD8}"/>
              </a:ext>
            </a:extLst>
          </p:cNvPr>
          <p:cNvSpPr/>
          <p:nvPr/>
        </p:nvSpPr>
        <p:spPr>
          <a:xfrm>
            <a:off x="790696" y="1557045"/>
            <a:ext cx="873940" cy="873940"/>
          </a:xfrm>
          <a:prstGeom prst="donut">
            <a:avLst>
              <a:gd name="adj" fmla="val 1203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7" name="Anillo 6">
            <a:extLst>
              <a:ext uri="{FF2B5EF4-FFF2-40B4-BE49-F238E27FC236}">
                <a16:creationId xmlns:a16="http://schemas.microsoft.com/office/drawing/2014/main" id="{EC4CE404-9702-1F46-878D-149F36C0F14B}"/>
              </a:ext>
            </a:extLst>
          </p:cNvPr>
          <p:cNvSpPr/>
          <p:nvPr/>
        </p:nvSpPr>
        <p:spPr>
          <a:xfrm>
            <a:off x="788373" y="2807513"/>
            <a:ext cx="873940" cy="873940"/>
          </a:xfrm>
          <a:prstGeom prst="donut">
            <a:avLst>
              <a:gd name="adj" fmla="val 1203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8" name="Anillo 7">
            <a:extLst>
              <a:ext uri="{FF2B5EF4-FFF2-40B4-BE49-F238E27FC236}">
                <a16:creationId xmlns:a16="http://schemas.microsoft.com/office/drawing/2014/main" id="{D975AD1A-925E-C94C-AB39-D919A1C088C4}"/>
              </a:ext>
            </a:extLst>
          </p:cNvPr>
          <p:cNvSpPr/>
          <p:nvPr/>
        </p:nvSpPr>
        <p:spPr>
          <a:xfrm>
            <a:off x="812777" y="4426599"/>
            <a:ext cx="873940" cy="873940"/>
          </a:xfrm>
          <a:prstGeom prst="donut">
            <a:avLst>
              <a:gd name="adj" fmla="val 1203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9" name="Elipse 8">
            <a:extLst>
              <a:ext uri="{FF2B5EF4-FFF2-40B4-BE49-F238E27FC236}">
                <a16:creationId xmlns:a16="http://schemas.microsoft.com/office/drawing/2014/main" id="{8ED50C80-D94E-B541-8069-71BA20E2B4B5}"/>
              </a:ext>
            </a:extLst>
          </p:cNvPr>
          <p:cNvSpPr/>
          <p:nvPr/>
        </p:nvSpPr>
        <p:spPr>
          <a:xfrm>
            <a:off x="1197079" y="3942082"/>
            <a:ext cx="64736" cy="647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0" name="Elipse 9">
            <a:extLst>
              <a:ext uri="{FF2B5EF4-FFF2-40B4-BE49-F238E27FC236}">
                <a16:creationId xmlns:a16="http://schemas.microsoft.com/office/drawing/2014/main" id="{5FC45AB7-A524-B74D-A49A-0A94C02D4D21}"/>
              </a:ext>
            </a:extLst>
          </p:cNvPr>
          <p:cNvSpPr/>
          <p:nvPr/>
        </p:nvSpPr>
        <p:spPr>
          <a:xfrm>
            <a:off x="1198131" y="4069194"/>
            <a:ext cx="64736" cy="647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1" name="Elipse 10">
            <a:extLst>
              <a:ext uri="{FF2B5EF4-FFF2-40B4-BE49-F238E27FC236}">
                <a16:creationId xmlns:a16="http://schemas.microsoft.com/office/drawing/2014/main" id="{7EA3396C-3120-C749-AFCA-33C77857EBC8}"/>
              </a:ext>
            </a:extLst>
          </p:cNvPr>
          <p:cNvSpPr/>
          <p:nvPr/>
        </p:nvSpPr>
        <p:spPr>
          <a:xfrm>
            <a:off x="1197079" y="4196306"/>
            <a:ext cx="64736" cy="647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12" name="Anillo 11">
            <a:extLst>
              <a:ext uri="{FF2B5EF4-FFF2-40B4-BE49-F238E27FC236}">
                <a16:creationId xmlns:a16="http://schemas.microsoft.com/office/drawing/2014/main" id="{7D381434-CF84-9A48-8082-960D8A6C1075}"/>
              </a:ext>
            </a:extLst>
          </p:cNvPr>
          <p:cNvSpPr/>
          <p:nvPr/>
        </p:nvSpPr>
        <p:spPr>
          <a:xfrm>
            <a:off x="3057122" y="2648122"/>
            <a:ext cx="1124370" cy="1124370"/>
          </a:xfrm>
          <a:prstGeom prst="donut">
            <a:avLst>
              <a:gd name="adj" fmla="val 12037"/>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A716FFB1-C50A-404C-9E27-6E2346FB5379}"/>
                  </a:ext>
                </a:extLst>
              </p:cNvPr>
              <p:cNvSpPr txBox="1"/>
              <p:nvPr/>
            </p:nvSpPr>
            <p:spPr>
              <a:xfrm>
                <a:off x="1745763" y="1751192"/>
                <a:ext cx="2761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1</m:t>
                          </m:r>
                        </m:sub>
                      </m:sSub>
                    </m:oMath>
                  </m:oMathPara>
                </a14:m>
                <a:endParaRPr lang="es-ES_tradnl" dirty="0"/>
              </a:p>
            </p:txBody>
          </p:sp>
        </mc:Choice>
        <mc:Fallback xmlns="">
          <p:sp>
            <p:nvSpPr>
              <p:cNvPr id="13" name="CuadroTexto 12">
                <a:extLst>
                  <a:ext uri="{FF2B5EF4-FFF2-40B4-BE49-F238E27FC236}">
                    <a16:creationId xmlns:a16="http://schemas.microsoft.com/office/drawing/2014/main" id="{A716FFB1-C50A-404C-9E27-6E2346FB5379}"/>
                  </a:ext>
                </a:extLst>
              </p:cNvPr>
              <p:cNvSpPr txBox="1">
                <a:spLocks noRot="1" noChangeAspect="1" noMove="1" noResize="1" noEditPoints="1" noAdjustHandles="1" noChangeArrowheads="1" noChangeShapeType="1" noTextEdit="1"/>
              </p:cNvSpPr>
              <p:nvPr/>
            </p:nvSpPr>
            <p:spPr>
              <a:xfrm>
                <a:off x="1745763" y="1751192"/>
                <a:ext cx="276101" cy="276999"/>
              </a:xfrm>
              <a:prstGeom prst="rect">
                <a:avLst/>
              </a:prstGeom>
              <a:blipFill>
                <a:blip r:embed="rId2"/>
                <a:stretch>
                  <a:fillRect l="-13043" r="-4348" b="-1304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EB65911F-7C86-EE4C-9E79-312F28CC0223}"/>
                  </a:ext>
                </a:extLst>
              </p:cNvPr>
              <p:cNvSpPr txBox="1"/>
              <p:nvPr/>
            </p:nvSpPr>
            <p:spPr>
              <a:xfrm>
                <a:off x="1740146" y="2921317"/>
                <a:ext cx="2814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2</m:t>
                          </m:r>
                        </m:sub>
                      </m:sSub>
                    </m:oMath>
                  </m:oMathPara>
                </a14:m>
                <a:endParaRPr lang="es-ES_tradnl" dirty="0"/>
              </a:p>
            </p:txBody>
          </p:sp>
        </mc:Choice>
        <mc:Fallback xmlns="">
          <p:sp>
            <p:nvSpPr>
              <p:cNvPr id="14" name="CuadroTexto 13">
                <a:extLst>
                  <a:ext uri="{FF2B5EF4-FFF2-40B4-BE49-F238E27FC236}">
                    <a16:creationId xmlns:a16="http://schemas.microsoft.com/office/drawing/2014/main" id="{EB65911F-7C86-EE4C-9E79-312F28CC0223}"/>
                  </a:ext>
                </a:extLst>
              </p:cNvPr>
              <p:cNvSpPr txBox="1">
                <a:spLocks noRot="1" noChangeAspect="1" noMove="1" noResize="1" noEditPoints="1" noAdjustHandles="1" noChangeArrowheads="1" noChangeShapeType="1" noTextEdit="1"/>
              </p:cNvSpPr>
              <p:nvPr/>
            </p:nvSpPr>
            <p:spPr>
              <a:xfrm>
                <a:off x="1740146" y="2921317"/>
                <a:ext cx="281423" cy="276999"/>
              </a:xfrm>
              <a:prstGeom prst="rect">
                <a:avLst/>
              </a:prstGeom>
              <a:blipFill>
                <a:blip r:embed="rId3"/>
                <a:stretch>
                  <a:fillRect l="-8333" r="-4167" b="-833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ADD12952-8E92-7D4E-87DC-71B81A74365D}"/>
                  </a:ext>
                </a:extLst>
              </p:cNvPr>
              <p:cNvSpPr txBox="1"/>
              <p:nvPr/>
            </p:nvSpPr>
            <p:spPr>
              <a:xfrm>
                <a:off x="1598039" y="4276108"/>
                <a:ext cx="34137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𝑚</m:t>
                          </m:r>
                        </m:sub>
                      </m:sSub>
                    </m:oMath>
                  </m:oMathPara>
                </a14:m>
                <a:endParaRPr lang="es-ES_tradnl" dirty="0"/>
              </a:p>
            </p:txBody>
          </p:sp>
        </mc:Choice>
        <mc:Fallback xmlns="">
          <p:sp>
            <p:nvSpPr>
              <p:cNvPr id="16" name="CuadroTexto 15">
                <a:extLst>
                  <a:ext uri="{FF2B5EF4-FFF2-40B4-BE49-F238E27FC236}">
                    <a16:creationId xmlns:a16="http://schemas.microsoft.com/office/drawing/2014/main" id="{ADD12952-8E92-7D4E-87DC-71B81A74365D}"/>
                  </a:ext>
                </a:extLst>
              </p:cNvPr>
              <p:cNvSpPr txBox="1">
                <a:spLocks noRot="1" noChangeAspect="1" noMove="1" noResize="1" noEditPoints="1" noAdjustHandles="1" noChangeArrowheads="1" noChangeShapeType="1" noTextEdit="1"/>
              </p:cNvSpPr>
              <p:nvPr/>
            </p:nvSpPr>
            <p:spPr>
              <a:xfrm>
                <a:off x="1598039" y="4276108"/>
                <a:ext cx="341376" cy="276999"/>
              </a:xfrm>
              <a:prstGeom prst="rect">
                <a:avLst/>
              </a:prstGeom>
              <a:blipFill>
                <a:blip r:embed="rId4"/>
                <a:stretch>
                  <a:fillRect l="-7143" b="-8696"/>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19AD277A-26E9-5743-AB64-2D8C4DE0D491}"/>
                  </a:ext>
                </a:extLst>
              </p:cNvPr>
              <p:cNvSpPr txBox="1"/>
              <p:nvPr/>
            </p:nvSpPr>
            <p:spPr>
              <a:xfrm>
                <a:off x="3293427" y="3013650"/>
                <a:ext cx="656270" cy="369332"/>
              </a:xfrm>
              <a:prstGeom prst="rect">
                <a:avLst/>
              </a:prstGeom>
              <a:noFill/>
            </p:spPr>
            <p:txBody>
              <a:bodyPr wrap="none" lIns="0" tIns="0" rIns="0" bIns="0" rtlCol="0">
                <a:spAutoFit/>
              </a:bodyPr>
              <a:lstStyle/>
              <a:p>
                <a14:m>
                  <m:oMath xmlns:m="http://schemas.openxmlformats.org/officeDocument/2006/math">
                    <m:sSub>
                      <m:sSubPr>
                        <m:ctrlPr>
                          <a:rPr lang="es-ES_tradnl" sz="2400" i="1" smtClean="0">
                            <a:latin typeface="Cambria Math" panose="02040503050406030204" pitchFamily="18" charset="0"/>
                          </a:rPr>
                        </m:ctrlPr>
                      </m:sSubPr>
                      <m:e>
                        <m:r>
                          <a:rPr lang="es-ES" sz="2400" b="0" i="1" smtClean="0">
                            <a:latin typeface="Cambria Math" panose="02040503050406030204" pitchFamily="18" charset="0"/>
                          </a:rPr>
                          <m:t>𝑔</m:t>
                        </m:r>
                      </m:e>
                      <m:sub>
                        <m:r>
                          <a:rPr lang="es-ES_tradnl" sz="2400" b="1" i="1" smtClean="0">
                            <a:latin typeface="Cambria Math" panose="02040503050406030204" pitchFamily="18" charset="0"/>
                            <a:ea typeface="Cambria Math" panose="02040503050406030204" pitchFamily="18" charset="0"/>
                          </a:rPr>
                          <m:t>𝜽</m:t>
                        </m:r>
                      </m:sub>
                    </m:sSub>
                  </m:oMath>
                </a14:m>
                <a:r>
                  <a:rPr lang="es-ES_tradnl" sz="2400" dirty="0"/>
                  <a:t>(</a:t>
                </a:r>
                <a:r>
                  <a:rPr lang="es-ES_tradnl" sz="2400" b="1" dirty="0"/>
                  <a:t>x</a:t>
                </a:r>
                <a:r>
                  <a:rPr lang="es-ES_tradnl" sz="2400" dirty="0"/>
                  <a:t>)</a:t>
                </a:r>
              </a:p>
            </p:txBody>
          </p:sp>
        </mc:Choice>
        <mc:Fallback xmlns="">
          <p:sp>
            <p:nvSpPr>
              <p:cNvPr id="17" name="CuadroTexto 16">
                <a:extLst>
                  <a:ext uri="{FF2B5EF4-FFF2-40B4-BE49-F238E27FC236}">
                    <a16:creationId xmlns:a16="http://schemas.microsoft.com/office/drawing/2014/main" id="{19AD277A-26E9-5743-AB64-2D8C4DE0D491}"/>
                  </a:ext>
                </a:extLst>
              </p:cNvPr>
              <p:cNvSpPr txBox="1">
                <a:spLocks noRot="1" noChangeAspect="1" noMove="1" noResize="1" noEditPoints="1" noAdjustHandles="1" noChangeArrowheads="1" noChangeShapeType="1" noTextEdit="1"/>
              </p:cNvSpPr>
              <p:nvPr/>
            </p:nvSpPr>
            <p:spPr>
              <a:xfrm>
                <a:off x="3293427" y="3013650"/>
                <a:ext cx="656270" cy="369332"/>
              </a:xfrm>
              <a:prstGeom prst="rect">
                <a:avLst/>
              </a:prstGeom>
              <a:blipFill>
                <a:blip r:embed="rId5"/>
                <a:stretch>
                  <a:fillRect l="-15094" t="-23333" r="-26415" b="-46667"/>
                </a:stretch>
              </a:blipFill>
            </p:spPr>
            <p:txBody>
              <a:bodyPr/>
              <a:lstStyle/>
              <a:p>
                <a:r>
                  <a:rPr lang="es-ES_tradnl">
                    <a:noFill/>
                  </a:rPr>
                  <a:t> </a:t>
                </a:r>
              </a:p>
            </p:txBody>
          </p:sp>
        </mc:Fallback>
      </mc:AlternateContent>
      <p:cxnSp>
        <p:nvCxnSpPr>
          <p:cNvPr id="19" name="Conector recto de flecha 18">
            <a:extLst>
              <a:ext uri="{FF2B5EF4-FFF2-40B4-BE49-F238E27FC236}">
                <a16:creationId xmlns:a16="http://schemas.microsoft.com/office/drawing/2014/main" id="{7AB5E04E-D210-524B-AE13-F4A9445982B5}"/>
              </a:ext>
            </a:extLst>
          </p:cNvPr>
          <p:cNvCxnSpPr>
            <a:stCxn id="4" idx="6"/>
            <a:endCxn id="12" idx="2"/>
          </p:cNvCxnSpPr>
          <p:nvPr/>
        </p:nvCxnSpPr>
        <p:spPr>
          <a:xfrm>
            <a:off x="1664636" y="1994015"/>
            <a:ext cx="1392486" cy="12162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ector recto de flecha 20">
            <a:extLst>
              <a:ext uri="{FF2B5EF4-FFF2-40B4-BE49-F238E27FC236}">
                <a16:creationId xmlns:a16="http://schemas.microsoft.com/office/drawing/2014/main" id="{0838D35A-88EC-A746-8C09-36DE7FA669E6}"/>
              </a:ext>
            </a:extLst>
          </p:cNvPr>
          <p:cNvCxnSpPr>
            <a:stCxn id="7" idx="6"/>
            <a:endCxn id="12" idx="2"/>
          </p:cNvCxnSpPr>
          <p:nvPr/>
        </p:nvCxnSpPr>
        <p:spPr>
          <a:xfrm flipV="1">
            <a:off x="1662313" y="3210307"/>
            <a:ext cx="1394809" cy="341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3E1F973A-C0DB-4E49-AF9D-F9B8B2C9D580}"/>
              </a:ext>
            </a:extLst>
          </p:cNvPr>
          <p:cNvCxnSpPr>
            <a:stCxn id="8" idx="6"/>
            <a:endCxn id="12" idx="2"/>
          </p:cNvCxnSpPr>
          <p:nvPr/>
        </p:nvCxnSpPr>
        <p:spPr>
          <a:xfrm flipV="1">
            <a:off x="1686717" y="3210307"/>
            <a:ext cx="1370405" cy="16532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Rectángulo 24">
                <a:extLst>
                  <a:ext uri="{FF2B5EF4-FFF2-40B4-BE49-F238E27FC236}">
                    <a16:creationId xmlns:a16="http://schemas.microsoft.com/office/drawing/2014/main" id="{F0BBF9C5-6FDE-3B49-B76E-8B9C1D0B27E6}"/>
                  </a:ext>
                </a:extLst>
              </p:cNvPr>
              <p:cNvSpPr/>
              <p:nvPr/>
            </p:nvSpPr>
            <p:spPr>
              <a:xfrm>
                <a:off x="7108402" y="3704466"/>
                <a:ext cx="2713500" cy="8305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2400" i="1" smtClean="0">
                              <a:latin typeface="Cambria Math" panose="02040503050406030204" pitchFamily="18" charset="0"/>
                            </a:rPr>
                          </m:ctrlPr>
                        </m:sSubPr>
                        <m:e>
                          <m:r>
                            <a:rPr lang="es-ES" sz="2400" b="0" i="1" smtClean="0">
                              <a:latin typeface="Cambria Math" panose="02040503050406030204" pitchFamily="18" charset="0"/>
                            </a:rPr>
                            <m:t>𝑔</m:t>
                          </m:r>
                        </m:e>
                        <m:sub>
                          <m:r>
                            <a:rPr lang="es-ES_tradnl" sz="2400" i="1">
                              <a:latin typeface="Cambria Math" panose="02040503050406030204" pitchFamily="18" charset="0"/>
                              <a:ea typeface="Cambria Math" panose="02040503050406030204" pitchFamily="18" charset="0"/>
                            </a:rPr>
                            <m:t>𝜃</m:t>
                          </m:r>
                        </m:sub>
                      </m:sSub>
                      <m:r>
                        <a:rPr lang="es-ES_tradnl" sz="2400" i="1" dirty="0" smtClean="0">
                          <a:latin typeface="Cambria Math" panose="02040503050406030204" pitchFamily="18" charset="0"/>
                        </a:rPr>
                        <m:t>(</m:t>
                      </m:r>
                      <m:r>
                        <a:rPr lang="es-ES" sz="2400" b="1" i="1" dirty="0" smtClean="0">
                          <a:latin typeface="Cambria Math" panose="02040503050406030204" pitchFamily="18" charset="0"/>
                        </a:rPr>
                        <m:t>𝒙</m:t>
                      </m:r>
                      <m:r>
                        <a:rPr lang="es-ES_tradnl" sz="2400" i="1" dirty="0" smtClean="0">
                          <a:latin typeface="Cambria Math" panose="02040503050406030204" pitchFamily="18" charset="0"/>
                        </a:rPr>
                        <m:t>)=</m:t>
                      </m:r>
                      <m:f>
                        <m:fPr>
                          <m:ctrlPr>
                            <a:rPr lang="es-ES_tradnl" sz="2400" i="1" dirty="0">
                              <a:latin typeface="Cambria Math" panose="02040503050406030204" pitchFamily="18" charset="0"/>
                            </a:rPr>
                          </m:ctrlPr>
                        </m:fPr>
                        <m:num>
                          <m:r>
                            <a:rPr lang="es-ES" sz="2400" i="1" dirty="0">
                              <a:latin typeface="Cambria Math" panose="02040503050406030204" pitchFamily="18" charset="0"/>
                            </a:rPr>
                            <m:t>1</m:t>
                          </m:r>
                        </m:num>
                        <m:den>
                          <m:r>
                            <a:rPr lang="es-ES" sz="2400" i="1" dirty="0">
                              <a:latin typeface="Cambria Math" panose="02040503050406030204" pitchFamily="18" charset="0"/>
                            </a:rPr>
                            <m:t>1</m:t>
                          </m:r>
                          <m:r>
                            <a:rPr lang="es-ES" sz="2400" b="0" i="1" dirty="0" smtClean="0">
                              <a:latin typeface="Cambria Math" panose="02040503050406030204" pitchFamily="18" charset="0"/>
                            </a:rPr>
                            <m:t>+</m:t>
                          </m:r>
                          <m:sSup>
                            <m:sSupPr>
                              <m:ctrlPr>
                                <a:rPr lang="es-ES" sz="2400" i="1" dirty="0">
                                  <a:latin typeface="Cambria Math" panose="02040503050406030204" pitchFamily="18" charset="0"/>
                                </a:rPr>
                              </m:ctrlPr>
                            </m:sSupPr>
                            <m:e>
                              <m:r>
                                <a:rPr lang="es-ES" sz="2400" i="1" dirty="0">
                                  <a:latin typeface="Cambria Math" panose="02040503050406030204" pitchFamily="18" charset="0"/>
                                </a:rPr>
                                <m:t>𝑒</m:t>
                              </m:r>
                            </m:e>
                            <m:sup>
                              <m:r>
                                <a:rPr lang="es-ES" sz="2400" i="1" dirty="0">
                                  <a:latin typeface="Cambria Math" panose="02040503050406030204" pitchFamily="18" charset="0"/>
                                </a:rPr>
                                <m:t>−</m:t>
                              </m:r>
                              <m:sSup>
                                <m:sSupPr>
                                  <m:ctrlPr>
                                    <a:rPr lang="es-ES" sz="2400" i="1" dirty="0" smtClean="0">
                                      <a:latin typeface="Cambria Math" panose="02040503050406030204" pitchFamily="18" charset="0"/>
                                    </a:rPr>
                                  </m:ctrlPr>
                                </m:sSupPr>
                                <m:e>
                                  <m:r>
                                    <a:rPr lang="es-ES_tradnl" sz="2400" b="1" i="1">
                                      <a:latin typeface="Cambria Math" panose="02040503050406030204" pitchFamily="18" charset="0"/>
                                      <a:ea typeface="Cambria Math" panose="02040503050406030204" pitchFamily="18" charset="0"/>
                                    </a:rPr>
                                    <m:t>𝜽</m:t>
                                  </m:r>
                                </m:e>
                                <m:sup>
                                  <m:r>
                                    <a:rPr lang="es-ES" sz="2400" b="0" i="1" dirty="0" smtClean="0">
                                      <a:latin typeface="Cambria Math" panose="02040503050406030204" pitchFamily="18" charset="0"/>
                                    </a:rPr>
                                    <m:t>𝑇</m:t>
                                  </m:r>
                                </m:sup>
                              </m:sSup>
                              <m:r>
                                <a:rPr lang="es-CO" sz="2400" b="1" i="1" dirty="0" smtClean="0">
                                  <a:latin typeface="Cambria Math" panose="02040503050406030204" pitchFamily="18" charset="0"/>
                                </a:rPr>
                                <m:t>𝒙</m:t>
                              </m:r>
                            </m:sup>
                          </m:sSup>
                        </m:den>
                      </m:f>
                    </m:oMath>
                  </m:oMathPara>
                </a14:m>
                <a:endParaRPr lang="es-ES_tradnl" sz="2400" dirty="0"/>
              </a:p>
            </p:txBody>
          </p:sp>
        </mc:Choice>
        <mc:Fallback xmlns="">
          <p:sp>
            <p:nvSpPr>
              <p:cNvPr id="25" name="Rectángulo 24">
                <a:extLst>
                  <a:ext uri="{FF2B5EF4-FFF2-40B4-BE49-F238E27FC236}">
                    <a16:creationId xmlns:a16="http://schemas.microsoft.com/office/drawing/2014/main" id="{F0BBF9C5-6FDE-3B49-B76E-8B9C1D0B27E6}"/>
                  </a:ext>
                </a:extLst>
              </p:cNvPr>
              <p:cNvSpPr>
                <a:spLocks noRot="1" noChangeAspect="1" noMove="1" noResize="1" noEditPoints="1" noAdjustHandles="1" noChangeArrowheads="1" noChangeShapeType="1" noTextEdit="1"/>
              </p:cNvSpPr>
              <p:nvPr/>
            </p:nvSpPr>
            <p:spPr>
              <a:xfrm>
                <a:off x="7108402" y="3704466"/>
                <a:ext cx="2713500" cy="830548"/>
              </a:xfrm>
              <a:prstGeom prst="rect">
                <a:avLst/>
              </a:prstGeom>
              <a:blipFill>
                <a:blip r:embed="rId6"/>
                <a:stretch>
                  <a:fillRect/>
                </a:stretch>
              </a:blipFill>
            </p:spPr>
            <p:txBody>
              <a:bodyPr/>
              <a:lstStyle/>
              <a:p>
                <a:r>
                  <a:rPr lang="es-CO">
                    <a:noFill/>
                  </a:rPr>
                  <a:t> </a:t>
                </a:r>
              </a:p>
            </p:txBody>
          </p:sp>
        </mc:Fallback>
      </mc:AlternateContent>
      <p:cxnSp>
        <p:nvCxnSpPr>
          <p:cNvPr id="27" name="Conector recto de flecha 26">
            <a:extLst>
              <a:ext uri="{FF2B5EF4-FFF2-40B4-BE49-F238E27FC236}">
                <a16:creationId xmlns:a16="http://schemas.microsoft.com/office/drawing/2014/main" id="{ED687FDF-A2B1-A74F-A548-9BCEB35D2CD2}"/>
              </a:ext>
            </a:extLst>
          </p:cNvPr>
          <p:cNvCxnSpPr>
            <a:stCxn id="12" idx="6"/>
          </p:cNvCxnSpPr>
          <p:nvPr/>
        </p:nvCxnSpPr>
        <p:spPr>
          <a:xfrm>
            <a:off x="4181492" y="3210307"/>
            <a:ext cx="76801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Rectángulo 27">
                <a:extLst>
                  <a:ext uri="{FF2B5EF4-FFF2-40B4-BE49-F238E27FC236}">
                    <a16:creationId xmlns:a16="http://schemas.microsoft.com/office/drawing/2014/main" id="{BFB775FA-4851-4A44-9937-405259B87907}"/>
                  </a:ext>
                </a:extLst>
              </p:cNvPr>
              <p:cNvSpPr/>
              <p:nvPr/>
            </p:nvSpPr>
            <p:spPr>
              <a:xfrm>
                <a:off x="4876889" y="2942044"/>
                <a:ext cx="619849" cy="4382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s-ES_tradnl" i="1">
                              <a:latin typeface="Cambria Math" panose="02040503050406030204" pitchFamily="18" charset="0"/>
                            </a:rPr>
                          </m:ctrlPr>
                        </m:sSubSupPr>
                        <m:e>
                          <m:r>
                            <a:rPr lang="es-ES" i="1">
                              <a:latin typeface="Cambria Math" panose="02040503050406030204" pitchFamily="18" charset="0"/>
                            </a:rPr>
                            <m:t>𝑎</m:t>
                          </m:r>
                        </m:e>
                        <m:sub>
                          <m:r>
                            <a:rPr lang="es-ES" i="1">
                              <a:latin typeface="Cambria Math" panose="02040503050406030204" pitchFamily="18" charset="0"/>
                            </a:rPr>
                            <m:t>1</m:t>
                          </m:r>
                        </m:sub>
                        <m:sup>
                          <m:r>
                            <a:rPr lang="es-ES" i="1">
                              <a:latin typeface="Cambria Math" panose="02040503050406030204" pitchFamily="18" charset="0"/>
                            </a:rPr>
                            <m:t>(2)</m:t>
                          </m:r>
                        </m:sup>
                      </m:sSubSup>
                    </m:oMath>
                  </m:oMathPara>
                </a14:m>
                <a:endParaRPr lang="es-ES_tradnl" dirty="0"/>
              </a:p>
            </p:txBody>
          </p:sp>
        </mc:Choice>
        <mc:Fallback xmlns="">
          <p:sp>
            <p:nvSpPr>
              <p:cNvPr id="28" name="Rectángulo 27">
                <a:extLst>
                  <a:ext uri="{FF2B5EF4-FFF2-40B4-BE49-F238E27FC236}">
                    <a16:creationId xmlns:a16="http://schemas.microsoft.com/office/drawing/2014/main" id="{BFB775FA-4851-4A44-9937-405259B87907}"/>
                  </a:ext>
                </a:extLst>
              </p:cNvPr>
              <p:cNvSpPr>
                <a:spLocks noRot="1" noChangeAspect="1" noMove="1" noResize="1" noEditPoints="1" noAdjustHandles="1" noChangeArrowheads="1" noChangeShapeType="1" noTextEdit="1"/>
              </p:cNvSpPr>
              <p:nvPr/>
            </p:nvSpPr>
            <p:spPr>
              <a:xfrm>
                <a:off x="4876889" y="2942044"/>
                <a:ext cx="619849" cy="438262"/>
              </a:xfrm>
              <a:prstGeom prst="rect">
                <a:avLst/>
              </a:prstGeom>
              <a:blipFill>
                <a:blip r:embed="rId7"/>
                <a:stretch>
                  <a:fillRect b="-2778"/>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A0C46257-7CEE-BD94-EF18-AE27064E671D}"/>
                  </a:ext>
                </a:extLst>
              </p:cNvPr>
              <p:cNvSpPr txBox="1"/>
              <p:nvPr/>
            </p:nvSpPr>
            <p:spPr>
              <a:xfrm>
                <a:off x="2878698" y="2803544"/>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b="0" i="1" smtClean="0">
                          <a:latin typeface="Cambria Math" panose="02040503050406030204" pitchFamily="18" charset="0"/>
                        </a:rPr>
                        <m:t>+</m:t>
                      </m:r>
                    </m:oMath>
                  </m:oMathPara>
                </a14:m>
                <a:endParaRPr lang="es-CO" dirty="0"/>
              </a:p>
            </p:txBody>
          </p:sp>
        </mc:Choice>
        <mc:Fallback xmlns="">
          <p:sp>
            <p:nvSpPr>
              <p:cNvPr id="5" name="CuadroTexto 4">
                <a:extLst>
                  <a:ext uri="{FF2B5EF4-FFF2-40B4-BE49-F238E27FC236}">
                    <a16:creationId xmlns:a16="http://schemas.microsoft.com/office/drawing/2014/main" id="{A0C46257-7CEE-BD94-EF18-AE27064E671D}"/>
                  </a:ext>
                </a:extLst>
              </p:cNvPr>
              <p:cNvSpPr txBox="1">
                <a:spLocks noRot="1" noChangeAspect="1" noMove="1" noResize="1" noEditPoints="1" noAdjustHandles="1" noChangeArrowheads="1" noChangeShapeType="1" noTextEdit="1"/>
              </p:cNvSpPr>
              <p:nvPr/>
            </p:nvSpPr>
            <p:spPr>
              <a:xfrm>
                <a:off x="2878698" y="2803544"/>
                <a:ext cx="226023" cy="276999"/>
              </a:xfrm>
              <a:prstGeom prst="rect">
                <a:avLst/>
              </a:prstGeom>
              <a:blipFill>
                <a:blip r:embed="rId8"/>
                <a:stretch>
                  <a:fillRect l="-21622" r="-21622" b="-6667"/>
                </a:stretch>
              </a:blipFill>
            </p:spPr>
            <p:txBody>
              <a:bodyPr/>
              <a:lstStyle/>
              <a:p>
                <a:r>
                  <a:rPr lang="es-CO">
                    <a:noFill/>
                  </a:rPr>
                  <a:t> </a:t>
                </a:r>
              </a:p>
            </p:txBody>
          </p:sp>
        </mc:Fallback>
      </mc:AlternateContent>
    </p:spTree>
    <p:extLst>
      <p:ext uri="{BB962C8B-B14F-4D97-AF65-F5344CB8AC3E}">
        <p14:creationId xmlns:p14="http://schemas.microsoft.com/office/powerpoint/2010/main" val="3251734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5ACE3B-EC63-D545-A93E-CCE1A08F4E03}"/>
              </a:ext>
            </a:extLst>
          </p:cNvPr>
          <p:cNvSpPr>
            <a:spLocks noGrp="1"/>
          </p:cNvSpPr>
          <p:nvPr>
            <p:ph type="title"/>
          </p:nvPr>
        </p:nvSpPr>
        <p:spPr/>
        <p:txBody>
          <a:bodyPr/>
          <a:lstStyle/>
          <a:p>
            <a:r>
              <a:rPr lang="es-ES_tradnl" dirty="0"/>
              <a:t>Red neuronal artificial</a:t>
            </a:r>
          </a:p>
        </p:txBody>
      </p:sp>
      <p:sp>
        <p:nvSpPr>
          <p:cNvPr id="4" name="Anillo 3">
            <a:extLst>
              <a:ext uri="{FF2B5EF4-FFF2-40B4-BE49-F238E27FC236}">
                <a16:creationId xmlns:a16="http://schemas.microsoft.com/office/drawing/2014/main" id="{E6970075-76E3-DC45-B791-B3C5B9CB8190}"/>
              </a:ext>
            </a:extLst>
          </p:cNvPr>
          <p:cNvSpPr/>
          <p:nvPr/>
        </p:nvSpPr>
        <p:spPr>
          <a:xfrm>
            <a:off x="2401383" y="1607379"/>
            <a:ext cx="873940" cy="873940"/>
          </a:xfrm>
          <a:prstGeom prst="donut">
            <a:avLst>
              <a:gd name="adj" fmla="val 1203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5" name="Anillo 4">
            <a:extLst>
              <a:ext uri="{FF2B5EF4-FFF2-40B4-BE49-F238E27FC236}">
                <a16:creationId xmlns:a16="http://schemas.microsoft.com/office/drawing/2014/main" id="{3F16B72C-3720-084B-9446-862245007F2B}"/>
              </a:ext>
            </a:extLst>
          </p:cNvPr>
          <p:cNvSpPr/>
          <p:nvPr/>
        </p:nvSpPr>
        <p:spPr>
          <a:xfrm>
            <a:off x="2396798" y="2942685"/>
            <a:ext cx="873940" cy="873940"/>
          </a:xfrm>
          <a:prstGeom prst="donut">
            <a:avLst>
              <a:gd name="adj" fmla="val 1203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6" name="Anillo 5">
            <a:extLst>
              <a:ext uri="{FF2B5EF4-FFF2-40B4-BE49-F238E27FC236}">
                <a16:creationId xmlns:a16="http://schemas.microsoft.com/office/drawing/2014/main" id="{E4319C5B-7A87-3247-ABDF-68965EF7A9A6}"/>
              </a:ext>
            </a:extLst>
          </p:cNvPr>
          <p:cNvSpPr/>
          <p:nvPr/>
        </p:nvSpPr>
        <p:spPr>
          <a:xfrm>
            <a:off x="2423464" y="4476933"/>
            <a:ext cx="873940" cy="873940"/>
          </a:xfrm>
          <a:prstGeom prst="donut">
            <a:avLst>
              <a:gd name="adj" fmla="val 1203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10" name="Anillo 9">
            <a:extLst>
              <a:ext uri="{FF2B5EF4-FFF2-40B4-BE49-F238E27FC236}">
                <a16:creationId xmlns:a16="http://schemas.microsoft.com/office/drawing/2014/main" id="{6C0212EA-C0A3-D041-8DDC-092CF5462644}"/>
              </a:ext>
            </a:extLst>
          </p:cNvPr>
          <p:cNvSpPr/>
          <p:nvPr/>
        </p:nvSpPr>
        <p:spPr>
          <a:xfrm>
            <a:off x="5089701" y="2282377"/>
            <a:ext cx="873940" cy="873940"/>
          </a:xfrm>
          <a:prstGeom prst="donut">
            <a:avLst>
              <a:gd name="adj" fmla="val 12037"/>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38567E0-AD66-FB43-B497-94DEBAC89DA3}"/>
                  </a:ext>
                </a:extLst>
              </p:cNvPr>
              <p:cNvSpPr txBox="1"/>
              <p:nvPr/>
            </p:nvSpPr>
            <p:spPr>
              <a:xfrm>
                <a:off x="3425151" y="1786836"/>
                <a:ext cx="2761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1</m:t>
                          </m:r>
                        </m:sub>
                      </m:sSub>
                    </m:oMath>
                  </m:oMathPara>
                </a14:m>
                <a:endParaRPr lang="es-ES_tradnl" dirty="0"/>
              </a:p>
            </p:txBody>
          </p:sp>
        </mc:Choice>
        <mc:Fallback xmlns="">
          <p:sp>
            <p:nvSpPr>
              <p:cNvPr id="11" name="CuadroTexto 10">
                <a:extLst>
                  <a:ext uri="{FF2B5EF4-FFF2-40B4-BE49-F238E27FC236}">
                    <a16:creationId xmlns:a16="http://schemas.microsoft.com/office/drawing/2014/main" id="{F38567E0-AD66-FB43-B497-94DEBAC89DA3}"/>
                  </a:ext>
                </a:extLst>
              </p:cNvPr>
              <p:cNvSpPr txBox="1">
                <a:spLocks noRot="1" noChangeAspect="1" noMove="1" noResize="1" noEditPoints="1" noAdjustHandles="1" noChangeArrowheads="1" noChangeShapeType="1" noTextEdit="1"/>
              </p:cNvSpPr>
              <p:nvPr/>
            </p:nvSpPr>
            <p:spPr>
              <a:xfrm>
                <a:off x="3425151" y="1786836"/>
                <a:ext cx="276101" cy="276999"/>
              </a:xfrm>
              <a:prstGeom prst="rect">
                <a:avLst/>
              </a:prstGeom>
              <a:blipFill>
                <a:blip r:embed="rId2"/>
                <a:stretch>
                  <a:fillRect l="-13043" r="-4348" b="-1304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6AFC19BB-6348-0041-AB20-A9BAF83ED786}"/>
                  </a:ext>
                </a:extLst>
              </p:cNvPr>
              <p:cNvSpPr txBox="1"/>
              <p:nvPr/>
            </p:nvSpPr>
            <p:spPr>
              <a:xfrm>
                <a:off x="3281778" y="2853499"/>
                <a:ext cx="2814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2</m:t>
                          </m:r>
                        </m:sub>
                      </m:sSub>
                    </m:oMath>
                  </m:oMathPara>
                </a14:m>
                <a:endParaRPr lang="es-ES_tradnl" dirty="0"/>
              </a:p>
            </p:txBody>
          </p:sp>
        </mc:Choice>
        <mc:Fallback xmlns="">
          <p:sp>
            <p:nvSpPr>
              <p:cNvPr id="12" name="CuadroTexto 11">
                <a:extLst>
                  <a:ext uri="{FF2B5EF4-FFF2-40B4-BE49-F238E27FC236}">
                    <a16:creationId xmlns:a16="http://schemas.microsoft.com/office/drawing/2014/main" id="{6AFC19BB-6348-0041-AB20-A9BAF83ED786}"/>
                  </a:ext>
                </a:extLst>
              </p:cNvPr>
              <p:cNvSpPr txBox="1">
                <a:spLocks noRot="1" noChangeAspect="1" noMove="1" noResize="1" noEditPoints="1" noAdjustHandles="1" noChangeArrowheads="1" noChangeShapeType="1" noTextEdit="1"/>
              </p:cNvSpPr>
              <p:nvPr/>
            </p:nvSpPr>
            <p:spPr>
              <a:xfrm>
                <a:off x="3281778" y="2853499"/>
                <a:ext cx="281423" cy="276999"/>
              </a:xfrm>
              <a:prstGeom prst="rect">
                <a:avLst/>
              </a:prstGeom>
              <a:blipFill>
                <a:blip r:embed="rId3"/>
                <a:stretch>
                  <a:fillRect l="-13043" r="-4348" b="-1304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48DF5109-F5A3-7942-A622-4F0BC7C13FD0}"/>
                  </a:ext>
                </a:extLst>
              </p:cNvPr>
              <p:cNvSpPr txBox="1"/>
              <p:nvPr/>
            </p:nvSpPr>
            <p:spPr>
              <a:xfrm>
                <a:off x="3419829" y="4771056"/>
                <a:ext cx="2814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3</m:t>
                          </m:r>
                        </m:sub>
                      </m:sSub>
                    </m:oMath>
                  </m:oMathPara>
                </a14:m>
                <a:endParaRPr lang="es-ES_tradnl" dirty="0"/>
              </a:p>
            </p:txBody>
          </p:sp>
        </mc:Choice>
        <mc:Fallback xmlns="">
          <p:sp>
            <p:nvSpPr>
              <p:cNvPr id="13" name="CuadroTexto 12">
                <a:extLst>
                  <a:ext uri="{FF2B5EF4-FFF2-40B4-BE49-F238E27FC236}">
                    <a16:creationId xmlns:a16="http://schemas.microsoft.com/office/drawing/2014/main" id="{48DF5109-F5A3-7942-A622-4F0BC7C13FD0}"/>
                  </a:ext>
                </a:extLst>
              </p:cNvPr>
              <p:cNvSpPr txBox="1">
                <a:spLocks noRot="1" noChangeAspect="1" noMove="1" noResize="1" noEditPoints="1" noAdjustHandles="1" noChangeArrowheads="1" noChangeShapeType="1" noTextEdit="1"/>
              </p:cNvSpPr>
              <p:nvPr/>
            </p:nvSpPr>
            <p:spPr>
              <a:xfrm>
                <a:off x="3419829" y="4771056"/>
                <a:ext cx="281423" cy="276999"/>
              </a:xfrm>
              <a:prstGeom prst="rect">
                <a:avLst/>
              </a:prstGeom>
              <a:blipFill>
                <a:blip r:embed="rId4"/>
                <a:stretch>
                  <a:fillRect l="-13043" r="-4348" b="-13043"/>
                </a:stretch>
              </a:blipFill>
            </p:spPr>
            <p:txBody>
              <a:bodyPr/>
              <a:lstStyle/>
              <a:p>
                <a:r>
                  <a:rPr lang="es-ES_tradnl">
                    <a:noFill/>
                  </a:rPr>
                  <a:t> </a:t>
                </a:r>
              </a:p>
            </p:txBody>
          </p:sp>
        </mc:Fallback>
      </mc:AlternateContent>
      <p:cxnSp>
        <p:nvCxnSpPr>
          <p:cNvPr id="15" name="Conector recto de flecha 14">
            <a:extLst>
              <a:ext uri="{FF2B5EF4-FFF2-40B4-BE49-F238E27FC236}">
                <a16:creationId xmlns:a16="http://schemas.microsoft.com/office/drawing/2014/main" id="{974E537D-6169-F145-AADF-C292827166C0}"/>
              </a:ext>
            </a:extLst>
          </p:cNvPr>
          <p:cNvCxnSpPr>
            <a:cxnSpLocks/>
            <a:stCxn id="4" idx="6"/>
            <a:endCxn id="10" idx="2"/>
          </p:cNvCxnSpPr>
          <p:nvPr/>
        </p:nvCxnSpPr>
        <p:spPr>
          <a:xfrm>
            <a:off x="3275323" y="2044349"/>
            <a:ext cx="1814378" cy="6749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21E294A5-A391-E640-9862-F4B257E63C37}"/>
              </a:ext>
            </a:extLst>
          </p:cNvPr>
          <p:cNvCxnSpPr>
            <a:cxnSpLocks/>
            <a:stCxn id="5" idx="6"/>
            <a:endCxn id="10" idx="2"/>
          </p:cNvCxnSpPr>
          <p:nvPr/>
        </p:nvCxnSpPr>
        <p:spPr>
          <a:xfrm flipV="1">
            <a:off x="3270738" y="2719347"/>
            <a:ext cx="1818963" cy="6603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Conector recto de flecha 16">
            <a:extLst>
              <a:ext uri="{FF2B5EF4-FFF2-40B4-BE49-F238E27FC236}">
                <a16:creationId xmlns:a16="http://schemas.microsoft.com/office/drawing/2014/main" id="{F320A933-27F2-404D-A50E-9610A7052CB2}"/>
              </a:ext>
            </a:extLst>
          </p:cNvPr>
          <p:cNvCxnSpPr>
            <a:cxnSpLocks/>
            <a:stCxn id="6" idx="6"/>
            <a:endCxn id="10" idx="2"/>
          </p:cNvCxnSpPr>
          <p:nvPr/>
        </p:nvCxnSpPr>
        <p:spPr>
          <a:xfrm flipV="1">
            <a:off x="3297404" y="2719347"/>
            <a:ext cx="1792297" cy="21945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ector recto de flecha 18">
            <a:extLst>
              <a:ext uri="{FF2B5EF4-FFF2-40B4-BE49-F238E27FC236}">
                <a16:creationId xmlns:a16="http://schemas.microsoft.com/office/drawing/2014/main" id="{085C3E73-E7E4-C040-AD66-0AE82076FEA5}"/>
              </a:ext>
            </a:extLst>
          </p:cNvPr>
          <p:cNvCxnSpPr>
            <a:cxnSpLocks/>
            <a:stCxn id="10" idx="6"/>
            <a:endCxn id="52" idx="2"/>
          </p:cNvCxnSpPr>
          <p:nvPr/>
        </p:nvCxnSpPr>
        <p:spPr>
          <a:xfrm>
            <a:off x="5963641" y="2719347"/>
            <a:ext cx="1387168" cy="5771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Anillo 26">
            <a:extLst>
              <a:ext uri="{FF2B5EF4-FFF2-40B4-BE49-F238E27FC236}">
                <a16:creationId xmlns:a16="http://schemas.microsoft.com/office/drawing/2014/main" id="{06DFA0E8-7D2D-A341-BDDD-84DEE5BCB2FB}"/>
              </a:ext>
            </a:extLst>
          </p:cNvPr>
          <p:cNvSpPr/>
          <p:nvPr/>
        </p:nvSpPr>
        <p:spPr>
          <a:xfrm>
            <a:off x="5111782" y="3473787"/>
            <a:ext cx="873940" cy="873940"/>
          </a:xfrm>
          <a:prstGeom prst="donut">
            <a:avLst>
              <a:gd name="adj" fmla="val 12037"/>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E9E77A25-AAEC-3446-A880-9F66E8B9D19F}"/>
                  </a:ext>
                </a:extLst>
              </p:cNvPr>
              <p:cNvSpPr txBox="1"/>
              <p:nvPr/>
            </p:nvSpPr>
            <p:spPr>
              <a:xfrm>
                <a:off x="5995286" y="2422807"/>
                <a:ext cx="385427" cy="3075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s-ES_tradnl" sz="1600" i="1" smtClean="0">
                              <a:latin typeface="Cambria Math" panose="02040503050406030204" pitchFamily="18" charset="0"/>
                            </a:rPr>
                          </m:ctrlPr>
                        </m:sSubSupPr>
                        <m:e>
                          <m:r>
                            <a:rPr lang="es-ES" sz="1600" b="0" i="1" smtClean="0">
                              <a:latin typeface="Cambria Math" panose="02040503050406030204" pitchFamily="18" charset="0"/>
                            </a:rPr>
                            <m:t>𝑎</m:t>
                          </m:r>
                        </m:e>
                        <m:sub>
                          <m:r>
                            <a:rPr lang="es-ES" sz="1600" b="0" i="1" smtClean="0">
                              <a:latin typeface="Cambria Math" panose="02040503050406030204" pitchFamily="18" charset="0"/>
                            </a:rPr>
                            <m:t>1</m:t>
                          </m:r>
                        </m:sub>
                        <m:sup>
                          <m:r>
                            <a:rPr lang="es-ES" sz="1600" b="0" i="1" smtClean="0">
                              <a:latin typeface="Cambria Math" panose="02040503050406030204" pitchFamily="18" charset="0"/>
                            </a:rPr>
                            <m:t>(2)</m:t>
                          </m:r>
                        </m:sup>
                      </m:sSubSup>
                    </m:oMath>
                  </m:oMathPara>
                </a14:m>
                <a:endParaRPr lang="es-ES_tradnl" sz="1600" dirty="0"/>
              </a:p>
            </p:txBody>
          </p:sp>
        </mc:Choice>
        <mc:Fallback xmlns="">
          <p:sp>
            <p:nvSpPr>
              <p:cNvPr id="28" name="CuadroTexto 27">
                <a:extLst>
                  <a:ext uri="{FF2B5EF4-FFF2-40B4-BE49-F238E27FC236}">
                    <a16:creationId xmlns:a16="http://schemas.microsoft.com/office/drawing/2014/main" id="{E9E77A25-AAEC-3446-A880-9F66E8B9D19F}"/>
                  </a:ext>
                </a:extLst>
              </p:cNvPr>
              <p:cNvSpPr txBox="1">
                <a:spLocks noRot="1" noChangeAspect="1" noMove="1" noResize="1" noEditPoints="1" noAdjustHandles="1" noChangeArrowheads="1" noChangeShapeType="1" noTextEdit="1"/>
              </p:cNvSpPr>
              <p:nvPr/>
            </p:nvSpPr>
            <p:spPr>
              <a:xfrm>
                <a:off x="5995286" y="2422807"/>
                <a:ext cx="385427" cy="307520"/>
              </a:xfrm>
              <a:prstGeom prst="rect">
                <a:avLst/>
              </a:prstGeom>
              <a:blipFill>
                <a:blip r:embed="rId5"/>
                <a:stretch>
                  <a:fillRect l="-6250" t="-3846" r="-9375" b="-11538"/>
                </a:stretch>
              </a:blipFill>
            </p:spPr>
            <p:txBody>
              <a:bodyPr/>
              <a:lstStyle/>
              <a:p>
                <a:r>
                  <a:rPr lang="es-ES_tradnl">
                    <a:noFill/>
                  </a:rPr>
                  <a:t> </a:t>
                </a:r>
              </a:p>
            </p:txBody>
          </p:sp>
        </mc:Fallback>
      </mc:AlternateContent>
      <p:cxnSp>
        <p:nvCxnSpPr>
          <p:cNvPr id="29" name="Conector recto de flecha 28">
            <a:extLst>
              <a:ext uri="{FF2B5EF4-FFF2-40B4-BE49-F238E27FC236}">
                <a16:creationId xmlns:a16="http://schemas.microsoft.com/office/drawing/2014/main" id="{9BC4835E-13F6-EF42-9629-3CFDCDE3AE93}"/>
              </a:ext>
            </a:extLst>
          </p:cNvPr>
          <p:cNvCxnSpPr>
            <a:cxnSpLocks/>
            <a:stCxn id="4" idx="6"/>
            <a:endCxn id="27" idx="2"/>
          </p:cNvCxnSpPr>
          <p:nvPr/>
        </p:nvCxnSpPr>
        <p:spPr>
          <a:xfrm>
            <a:off x="3275323" y="2044349"/>
            <a:ext cx="1836459" cy="18664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Conector recto de flecha 29">
            <a:extLst>
              <a:ext uri="{FF2B5EF4-FFF2-40B4-BE49-F238E27FC236}">
                <a16:creationId xmlns:a16="http://schemas.microsoft.com/office/drawing/2014/main" id="{54F45ED7-6153-FB49-BC14-2BC5C5E1D499}"/>
              </a:ext>
            </a:extLst>
          </p:cNvPr>
          <p:cNvCxnSpPr>
            <a:cxnSpLocks/>
            <a:stCxn id="5" idx="6"/>
            <a:endCxn id="27" idx="2"/>
          </p:cNvCxnSpPr>
          <p:nvPr/>
        </p:nvCxnSpPr>
        <p:spPr>
          <a:xfrm>
            <a:off x="3270738" y="3379655"/>
            <a:ext cx="1841044" cy="531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onector recto de flecha 30">
            <a:extLst>
              <a:ext uri="{FF2B5EF4-FFF2-40B4-BE49-F238E27FC236}">
                <a16:creationId xmlns:a16="http://schemas.microsoft.com/office/drawing/2014/main" id="{5613DB08-E9A5-C748-AB29-E9671A184B72}"/>
              </a:ext>
            </a:extLst>
          </p:cNvPr>
          <p:cNvCxnSpPr>
            <a:cxnSpLocks/>
            <a:stCxn id="6" idx="6"/>
            <a:endCxn id="27" idx="2"/>
          </p:cNvCxnSpPr>
          <p:nvPr/>
        </p:nvCxnSpPr>
        <p:spPr>
          <a:xfrm flipV="1">
            <a:off x="3297404" y="3910757"/>
            <a:ext cx="1814378" cy="10031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ector recto de flecha 31">
            <a:extLst>
              <a:ext uri="{FF2B5EF4-FFF2-40B4-BE49-F238E27FC236}">
                <a16:creationId xmlns:a16="http://schemas.microsoft.com/office/drawing/2014/main" id="{91EADFC7-1A3E-D943-81B5-84149295AA62}"/>
              </a:ext>
            </a:extLst>
          </p:cNvPr>
          <p:cNvCxnSpPr>
            <a:cxnSpLocks/>
            <a:stCxn id="27" idx="6"/>
            <a:endCxn id="52" idx="2"/>
          </p:cNvCxnSpPr>
          <p:nvPr/>
        </p:nvCxnSpPr>
        <p:spPr>
          <a:xfrm flipV="1">
            <a:off x="5985722" y="3296503"/>
            <a:ext cx="1365087" cy="6142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2" name="Anillo 51">
            <a:extLst>
              <a:ext uri="{FF2B5EF4-FFF2-40B4-BE49-F238E27FC236}">
                <a16:creationId xmlns:a16="http://schemas.microsoft.com/office/drawing/2014/main" id="{C5DFC531-C227-854A-944E-228238AFE8E8}"/>
              </a:ext>
            </a:extLst>
          </p:cNvPr>
          <p:cNvSpPr/>
          <p:nvPr/>
        </p:nvSpPr>
        <p:spPr>
          <a:xfrm>
            <a:off x="7350809" y="2859533"/>
            <a:ext cx="873940" cy="873940"/>
          </a:xfrm>
          <a:prstGeom prst="donut">
            <a:avLst>
              <a:gd name="adj" fmla="val 12037"/>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57" name="Rectángulo 56">
                <a:extLst>
                  <a:ext uri="{FF2B5EF4-FFF2-40B4-BE49-F238E27FC236}">
                    <a16:creationId xmlns:a16="http://schemas.microsoft.com/office/drawing/2014/main" id="{BE2F3BEA-5717-B24E-9E7E-80FC9F99FAC9}"/>
                  </a:ext>
                </a:extLst>
              </p:cNvPr>
              <p:cNvSpPr/>
              <p:nvPr/>
            </p:nvSpPr>
            <p:spPr>
              <a:xfrm>
                <a:off x="5963641" y="3729568"/>
                <a:ext cx="570092" cy="4110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s-ES_tradnl" sz="1600" i="1" smtClean="0">
                              <a:latin typeface="Cambria Math" panose="02040503050406030204" pitchFamily="18" charset="0"/>
                            </a:rPr>
                          </m:ctrlPr>
                        </m:sSubSupPr>
                        <m:e>
                          <m:r>
                            <a:rPr lang="es-ES" sz="1600" i="1">
                              <a:latin typeface="Cambria Math" panose="02040503050406030204" pitchFamily="18" charset="0"/>
                            </a:rPr>
                            <m:t>𝑎</m:t>
                          </m:r>
                        </m:e>
                        <m:sub>
                          <m:r>
                            <a:rPr lang="es-ES" sz="1600" b="0" i="1" smtClean="0">
                              <a:latin typeface="Cambria Math" panose="02040503050406030204" pitchFamily="18" charset="0"/>
                            </a:rPr>
                            <m:t>2</m:t>
                          </m:r>
                        </m:sub>
                        <m:sup>
                          <m:r>
                            <a:rPr lang="es-ES" sz="1600" i="1">
                              <a:latin typeface="Cambria Math" panose="02040503050406030204" pitchFamily="18" charset="0"/>
                            </a:rPr>
                            <m:t>(2)</m:t>
                          </m:r>
                        </m:sup>
                      </m:sSubSup>
                    </m:oMath>
                  </m:oMathPara>
                </a14:m>
                <a:endParaRPr lang="es-ES_tradnl" sz="1600" dirty="0"/>
              </a:p>
            </p:txBody>
          </p:sp>
        </mc:Choice>
        <mc:Fallback xmlns="">
          <p:sp>
            <p:nvSpPr>
              <p:cNvPr id="57" name="Rectángulo 56">
                <a:extLst>
                  <a:ext uri="{FF2B5EF4-FFF2-40B4-BE49-F238E27FC236}">
                    <a16:creationId xmlns:a16="http://schemas.microsoft.com/office/drawing/2014/main" id="{BE2F3BEA-5717-B24E-9E7E-80FC9F99FAC9}"/>
                  </a:ext>
                </a:extLst>
              </p:cNvPr>
              <p:cNvSpPr>
                <a:spLocks noRot="1" noChangeAspect="1" noMove="1" noResize="1" noEditPoints="1" noAdjustHandles="1" noChangeArrowheads="1" noChangeShapeType="1" noTextEdit="1"/>
              </p:cNvSpPr>
              <p:nvPr/>
            </p:nvSpPr>
            <p:spPr>
              <a:xfrm>
                <a:off x="5963641" y="3729568"/>
                <a:ext cx="570092" cy="411010"/>
              </a:xfrm>
              <a:prstGeom prst="rect">
                <a:avLst/>
              </a:prstGeom>
              <a:blipFill>
                <a:blip r:embed="rId6"/>
                <a:stretch>
                  <a:fillRect/>
                </a:stretch>
              </a:blipFill>
            </p:spPr>
            <p:txBody>
              <a:bodyPr/>
              <a:lstStyle/>
              <a:p>
                <a:r>
                  <a:rPr lang="es-ES_tradnl">
                    <a:noFill/>
                  </a:rPr>
                  <a:t> </a:t>
                </a:r>
              </a:p>
            </p:txBody>
          </p:sp>
        </mc:Fallback>
      </mc:AlternateContent>
      <p:cxnSp>
        <p:nvCxnSpPr>
          <p:cNvPr id="59" name="Conector recto de flecha 58">
            <a:extLst>
              <a:ext uri="{FF2B5EF4-FFF2-40B4-BE49-F238E27FC236}">
                <a16:creationId xmlns:a16="http://schemas.microsoft.com/office/drawing/2014/main" id="{176A390A-2EDC-B841-AFBC-35E0AB3D6EDA}"/>
              </a:ext>
            </a:extLst>
          </p:cNvPr>
          <p:cNvCxnSpPr>
            <a:stCxn id="52" idx="6"/>
          </p:cNvCxnSpPr>
          <p:nvPr/>
        </p:nvCxnSpPr>
        <p:spPr>
          <a:xfrm flipV="1">
            <a:off x="8224749" y="3294817"/>
            <a:ext cx="780616" cy="16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0" name="Rectángulo 59">
                <a:extLst>
                  <a:ext uri="{FF2B5EF4-FFF2-40B4-BE49-F238E27FC236}">
                    <a16:creationId xmlns:a16="http://schemas.microsoft.com/office/drawing/2014/main" id="{166C4F83-522A-C946-AE65-FA4C03150FAC}"/>
                  </a:ext>
                </a:extLst>
              </p:cNvPr>
              <p:cNvSpPr/>
              <p:nvPr/>
            </p:nvSpPr>
            <p:spPr>
              <a:xfrm>
                <a:off x="8304317" y="2792887"/>
                <a:ext cx="678712" cy="369332"/>
              </a:xfrm>
              <a:prstGeom prst="rect">
                <a:avLst/>
              </a:prstGeom>
            </p:spPr>
            <p:txBody>
              <a:bodyPr wrap="none">
                <a:spAutoFit/>
              </a:bodyPr>
              <a:lstStyle/>
              <a:p>
                <a14:m>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𝐹</m:t>
                        </m:r>
                      </m:e>
                      <m:sub>
                        <m:r>
                          <a:rPr lang="es-ES" i="1" smtClean="0">
                            <a:latin typeface="Cambria Math" panose="02040503050406030204" pitchFamily="18" charset="0"/>
                            <a:ea typeface="Cambria Math" panose="02040503050406030204" pitchFamily="18" charset="0"/>
                          </a:rPr>
                          <m:t>𝚯</m:t>
                        </m:r>
                      </m:sub>
                    </m:sSub>
                  </m:oMath>
                </a14:m>
                <a:r>
                  <a:rPr lang="es-ES_tradnl" dirty="0"/>
                  <a:t>(</a:t>
                </a:r>
                <a:r>
                  <a:rPr lang="es-ES_tradnl" b="1" dirty="0"/>
                  <a:t>x</a:t>
                </a:r>
                <a:r>
                  <a:rPr lang="es-ES_tradnl" dirty="0"/>
                  <a:t>)</a:t>
                </a:r>
              </a:p>
            </p:txBody>
          </p:sp>
        </mc:Choice>
        <mc:Fallback xmlns="">
          <p:sp>
            <p:nvSpPr>
              <p:cNvPr id="60" name="Rectángulo 59">
                <a:extLst>
                  <a:ext uri="{FF2B5EF4-FFF2-40B4-BE49-F238E27FC236}">
                    <a16:creationId xmlns:a16="http://schemas.microsoft.com/office/drawing/2014/main" id="{166C4F83-522A-C946-AE65-FA4C03150FAC}"/>
                  </a:ext>
                </a:extLst>
              </p:cNvPr>
              <p:cNvSpPr>
                <a:spLocks noRot="1" noChangeAspect="1" noMove="1" noResize="1" noEditPoints="1" noAdjustHandles="1" noChangeArrowheads="1" noChangeShapeType="1" noTextEdit="1"/>
              </p:cNvSpPr>
              <p:nvPr/>
            </p:nvSpPr>
            <p:spPr>
              <a:xfrm>
                <a:off x="8304317" y="2792887"/>
                <a:ext cx="678712" cy="369332"/>
              </a:xfrm>
              <a:prstGeom prst="rect">
                <a:avLst/>
              </a:prstGeom>
              <a:blipFill>
                <a:blip r:embed="rId7"/>
                <a:stretch>
                  <a:fillRect t="-6452" r="-5455" b="-22581"/>
                </a:stretch>
              </a:blipFill>
            </p:spPr>
            <p:txBody>
              <a:bodyPr/>
              <a:lstStyle/>
              <a:p>
                <a:r>
                  <a:rPr lang="es-ES_tradnl">
                    <a:noFill/>
                  </a:rPr>
                  <a:t> </a:t>
                </a:r>
              </a:p>
            </p:txBody>
          </p:sp>
        </mc:Fallback>
      </mc:AlternateContent>
    </p:spTree>
    <p:extLst>
      <p:ext uri="{BB962C8B-B14F-4D97-AF65-F5344CB8AC3E}">
        <p14:creationId xmlns:p14="http://schemas.microsoft.com/office/powerpoint/2010/main" val="238593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5ACE3B-EC63-D545-A93E-CCE1A08F4E03}"/>
              </a:ext>
            </a:extLst>
          </p:cNvPr>
          <p:cNvSpPr>
            <a:spLocks noGrp="1"/>
          </p:cNvSpPr>
          <p:nvPr>
            <p:ph type="title"/>
          </p:nvPr>
        </p:nvSpPr>
        <p:spPr/>
        <p:txBody>
          <a:bodyPr/>
          <a:lstStyle/>
          <a:p>
            <a:r>
              <a:rPr lang="es-ES_tradnl" dirty="0"/>
              <a:t>Red neuronal artificial</a:t>
            </a:r>
          </a:p>
        </p:txBody>
      </p:sp>
      <p:sp>
        <p:nvSpPr>
          <p:cNvPr id="4" name="Anillo 3">
            <a:extLst>
              <a:ext uri="{FF2B5EF4-FFF2-40B4-BE49-F238E27FC236}">
                <a16:creationId xmlns:a16="http://schemas.microsoft.com/office/drawing/2014/main" id="{E6970075-76E3-DC45-B791-B3C5B9CB8190}"/>
              </a:ext>
            </a:extLst>
          </p:cNvPr>
          <p:cNvSpPr/>
          <p:nvPr/>
        </p:nvSpPr>
        <p:spPr>
          <a:xfrm>
            <a:off x="2887944" y="1464766"/>
            <a:ext cx="873940" cy="873940"/>
          </a:xfrm>
          <a:prstGeom prst="donut">
            <a:avLst>
              <a:gd name="adj" fmla="val 12037"/>
            </a:avLst>
          </a:prstGeom>
          <a:ln>
            <a:solidFill>
              <a:schemeClr val="accent1">
                <a:lumMod val="40000"/>
                <a:lumOff val="60000"/>
              </a:schemeClr>
            </a:solidFill>
          </a:ln>
          <a:effectLst>
            <a:glow rad="139700">
              <a:schemeClr val="accent5">
                <a:satMod val="175000"/>
                <a:alpha val="40000"/>
              </a:schemeClr>
            </a:glow>
            <a:innerShdw blurRad="63500" dist="508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ln w="0"/>
              <a:gradFill>
                <a:gsLst>
                  <a:gs pos="21000">
                    <a:srgbClr val="53575C"/>
                  </a:gs>
                  <a:gs pos="88000">
                    <a:srgbClr val="C5C7CA"/>
                  </a:gs>
                </a:gsLst>
                <a:lin ang="5400000"/>
              </a:gradFill>
            </a:endParaRPr>
          </a:p>
        </p:txBody>
      </p:sp>
      <p:sp>
        <p:nvSpPr>
          <p:cNvPr id="5" name="Anillo 4">
            <a:extLst>
              <a:ext uri="{FF2B5EF4-FFF2-40B4-BE49-F238E27FC236}">
                <a16:creationId xmlns:a16="http://schemas.microsoft.com/office/drawing/2014/main" id="{3F16B72C-3720-084B-9446-862245007F2B}"/>
              </a:ext>
            </a:extLst>
          </p:cNvPr>
          <p:cNvSpPr/>
          <p:nvPr/>
        </p:nvSpPr>
        <p:spPr>
          <a:xfrm>
            <a:off x="2883359" y="2549083"/>
            <a:ext cx="873940" cy="873940"/>
          </a:xfrm>
          <a:prstGeom prst="donut">
            <a:avLst>
              <a:gd name="adj" fmla="val 12037"/>
            </a:avLst>
          </a:prstGeom>
          <a:ln>
            <a:solidFill>
              <a:schemeClr val="accent1">
                <a:lumMod val="40000"/>
                <a:lumOff val="60000"/>
              </a:schemeClr>
            </a:solidFill>
          </a:ln>
          <a:effectLst>
            <a:glow rad="139700">
              <a:schemeClr val="accent5">
                <a:satMod val="175000"/>
                <a:alpha val="40000"/>
              </a:schemeClr>
            </a:glow>
            <a:innerShdw blurRad="63500" dist="508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ln w="0"/>
              <a:gradFill>
                <a:gsLst>
                  <a:gs pos="21000">
                    <a:srgbClr val="53575C"/>
                  </a:gs>
                  <a:gs pos="88000">
                    <a:srgbClr val="C5C7CA"/>
                  </a:gs>
                </a:gsLst>
                <a:lin ang="5400000"/>
              </a:gradFill>
            </a:endParaRPr>
          </a:p>
        </p:txBody>
      </p:sp>
      <p:sp>
        <p:nvSpPr>
          <p:cNvPr id="6" name="Anillo 5">
            <a:extLst>
              <a:ext uri="{FF2B5EF4-FFF2-40B4-BE49-F238E27FC236}">
                <a16:creationId xmlns:a16="http://schemas.microsoft.com/office/drawing/2014/main" id="{E4319C5B-7A87-3247-ABDF-68965EF7A9A6}"/>
              </a:ext>
            </a:extLst>
          </p:cNvPr>
          <p:cNvSpPr/>
          <p:nvPr/>
        </p:nvSpPr>
        <p:spPr>
          <a:xfrm>
            <a:off x="2910025" y="3761707"/>
            <a:ext cx="873940" cy="873940"/>
          </a:xfrm>
          <a:prstGeom prst="donut">
            <a:avLst>
              <a:gd name="adj" fmla="val 12037"/>
            </a:avLst>
          </a:prstGeom>
          <a:ln>
            <a:solidFill>
              <a:schemeClr val="accent1">
                <a:lumMod val="40000"/>
                <a:lumOff val="60000"/>
              </a:schemeClr>
            </a:solidFill>
          </a:ln>
          <a:effectLst>
            <a:glow rad="139700">
              <a:schemeClr val="accent5">
                <a:satMod val="175000"/>
                <a:alpha val="40000"/>
              </a:schemeClr>
            </a:glow>
            <a:innerShdw blurRad="63500" dist="508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ln w="0"/>
              <a:gradFill>
                <a:gsLst>
                  <a:gs pos="21000">
                    <a:srgbClr val="53575C"/>
                  </a:gs>
                  <a:gs pos="88000">
                    <a:srgbClr val="C5C7CA"/>
                  </a:gs>
                </a:gsLst>
                <a:lin ang="5400000"/>
              </a:gradFill>
            </a:endParaRPr>
          </a:p>
        </p:txBody>
      </p:sp>
      <p:sp>
        <p:nvSpPr>
          <p:cNvPr id="10" name="Anillo 9">
            <a:extLst>
              <a:ext uri="{FF2B5EF4-FFF2-40B4-BE49-F238E27FC236}">
                <a16:creationId xmlns:a16="http://schemas.microsoft.com/office/drawing/2014/main" id="{6C0212EA-C0A3-D041-8DDC-092CF5462644}"/>
              </a:ext>
            </a:extLst>
          </p:cNvPr>
          <p:cNvSpPr/>
          <p:nvPr/>
        </p:nvSpPr>
        <p:spPr>
          <a:xfrm>
            <a:off x="5509657" y="1990480"/>
            <a:ext cx="873940" cy="873940"/>
          </a:xfrm>
          <a:prstGeom prst="donut">
            <a:avLst>
              <a:gd name="adj" fmla="val 12037"/>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38567E0-AD66-FB43-B497-94DEBAC89DA3}"/>
                  </a:ext>
                </a:extLst>
              </p:cNvPr>
              <p:cNvSpPr txBox="1"/>
              <p:nvPr/>
            </p:nvSpPr>
            <p:spPr>
              <a:xfrm>
                <a:off x="3911712" y="1644223"/>
                <a:ext cx="2761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1</m:t>
                          </m:r>
                        </m:sub>
                      </m:sSub>
                    </m:oMath>
                  </m:oMathPara>
                </a14:m>
                <a:endParaRPr lang="es-ES_tradnl" dirty="0"/>
              </a:p>
            </p:txBody>
          </p:sp>
        </mc:Choice>
        <mc:Fallback xmlns="">
          <p:sp>
            <p:nvSpPr>
              <p:cNvPr id="11" name="CuadroTexto 10">
                <a:extLst>
                  <a:ext uri="{FF2B5EF4-FFF2-40B4-BE49-F238E27FC236}">
                    <a16:creationId xmlns:a16="http://schemas.microsoft.com/office/drawing/2014/main" id="{F38567E0-AD66-FB43-B497-94DEBAC89DA3}"/>
                  </a:ext>
                </a:extLst>
              </p:cNvPr>
              <p:cNvSpPr txBox="1">
                <a:spLocks noRot="1" noChangeAspect="1" noMove="1" noResize="1" noEditPoints="1" noAdjustHandles="1" noChangeArrowheads="1" noChangeShapeType="1" noTextEdit="1"/>
              </p:cNvSpPr>
              <p:nvPr/>
            </p:nvSpPr>
            <p:spPr>
              <a:xfrm>
                <a:off x="3911712" y="1644223"/>
                <a:ext cx="276101" cy="276999"/>
              </a:xfrm>
              <a:prstGeom prst="rect">
                <a:avLst/>
              </a:prstGeom>
              <a:blipFill>
                <a:blip r:embed="rId2"/>
                <a:stretch>
                  <a:fillRect l="-13636" r="-9091" b="-1304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6AFC19BB-6348-0041-AB20-A9BAF83ED786}"/>
                  </a:ext>
                </a:extLst>
              </p:cNvPr>
              <p:cNvSpPr txBox="1"/>
              <p:nvPr/>
            </p:nvSpPr>
            <p:spPr>
              <a:xfrm>
                <a:off x="3768339" y="2446936"/>
                <a:ext cx="2814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2</m:t>
                          </m:r>
                        </m:sub>
                      </m:sSub>
                    </m:oMath>
                  </m:oMathPara>
                </a14:m>
                <a:endParaRPr lang="es-ES_tradnl" dirty="0"/>
              </a:p>
            </p:txBody>
          </p:sp>
        </mc:Choice>
        <mc:Fallback xmlns="">
          <p:sp>
            <p:nvSpPr>
              <p:cNvPr id="12" name="CuadroTexto 11">
                <a:extLst>
                  <a:ext uri="{FF2B5EF4-FFF2-40B4-BE49-F238E27FC236}">
                    <a16:creationId xmlns:a16="http://schemas.microsoft.com/office/drawing/2014/main" id="{6AFC19BB-6348-0041-AB20-A9BAF83ED786}"/>
                  </a:ext>
                </a:extLst>
              </p:cNvPr>
              <p:cNvSpPr txBox="1">
                <a:spLocks noRot="1" noChangeAspect="1" noMove="1" noResize="1" noEditPoints="1" noAdjustHandles="1" noChangeArrowheads="1" noChangeShapeType="1" noTextEdit="1"/>
              </p:cNvSpPr>
              <p:nvPr/>
            </p:nvSpPr>
            <p:spPr>
              <a:xfrm>
                <a:off x="3768339" y="2446936"/>
                <a:ext cx="281423" cy="276999"/>
              </a:xfrm>
              <a:prstGeom prst="rect">
                <a:avLst/>
              </a:prstGeom>
              <a:blipFill>
                <a:blip r:embed="rId3"/>
                <a:stretch>
                  <a:fillRect l="-8696" r="-8696" b="-1304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48DF5109-F5A3-7942-A622-4F0BC7C13FD0}"/>
                  </a:ext>
                </a:extLst>
              </p:cNvPr>
              <p:cNvSpPr txBox="1"/>
              <p:nvPr/>
            </p:nvSpPr>
            <p:spPr>
              <a:xfrm>
                <a:off x="3906390" y="4055830"/>
                <a:ext cx="2814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3</m:t>
                          </m:r>
                        </m:sub>
                      </m:sSub>
                    </m:oMath>
                  </m:oMathPara>
                </a14:m>
                <a:endParaRPr lang="es-ES_tradnl" dirty="0"/>
              </a:p>
            </p:txBody>
          </p:sp>
        </mc:Choice>
        <mc:Fallback xmlns="">
          <p:sp>
            <p:nvSpPr>
              <p:cNvPr id="13" name="CuadroTexto 12">
                <a:extLst>
                  <a:ext uri="{FF2B5EF4-FFF2-40B4-BE49-F238E27FC236}">
                    <a16:creationId xmlns:a16="http://schemas.microsoft.com/office/drawing/2014/main" id="{48DF5109-F5A3-7942-A622-4F0BC7C13FD0}"/>
                  </a:ext>
                </a:extLst>
              </p:cNvPr>
              <p:cNvSpPr txBox="1">
                <a:spLocks noRot="1" noChangeAspect="1" noMove="1" noResize="1" noEditPoints="1" noAdjustHandles="1" noChangeArrowheads="1" noChangeShapeType="1" noTextEdit="1"/>
              </p:cNvSpPr>
              <p:nvPr/>
            </p:nvSpPr>
            <p:spPr>
              <a:xfrm>
                <a:off x="3906390" y="4055830"/>
                <a:ext cx="281423" cy="276999"/>
              </a:xfrm>
              <a:prstGeom prst="rect">
                <a:avLst/>
              </a:prstGeom>
              <a:blipFill>
                <a:blip r:embed="rId4"/>
                <a:stretch>
                  <a:fillRect l="-13043" r="-8696" b="-13043"/>
                </a:stretch>
              </a:blipFill>
            </p:spPr>
            <p:txBody>
              <a:bodyPr/>
              <a:lstStyle/>
              <a:p>
                <a:r>
                  <a:rPr lang="es-ES_tradnl">
                    <a:noFill/>
                  </a:rPr>
                  <a:t> </a:t>
                </a:r>
              </a:p>
            </p:txBody>
          </p:sp>
        </mc:Fallback>
      </mc:AlternateContent>
      <p:cxnSp>
        <p:nvCxnSpPr>
          <p:cNvPr id="15" name="Conector recto de flecha 14">
            <a:extLst>
              <a:ext uri="{FF2B5EF4-FFF2-40B4-BE49-F238E27FC236}">
                <a16:creationId xmlns:a16="http://schemas.microsoft.com/office/drawing/2014/main" id="{974E537D-6169-F145-AADF-C292827166C0}"/>
              </a:ext>
            </a:extLst>
          </p:cNvPr>
          <p:cNvCxnSpPr>
            <a:cxnSpLocks/>
            <a:stCxn id="4" idx="6"/>
            <a:endCxn id="10" idx="2"/>
          </p:cNvCxnSpPr>
          <p:nvPr/>
        </p:nvCxnSpPr>
        <p:spPr>
          <a:xfrm>
            <a:off x="3761884" y="1901736"/>
            <a:ext cx="1747773" cy="5257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21E294A5-A391-E640-9862-F4B257E63C37}"/>
              </a:ext>
            </a:extLst>
          </p:cNvPr>
          <p:cNvCxnSpPr>
            <a:cxnSpLocks/>
            <a:stCxn id="5" idx="6"/>
            <a:endCxn id="10" idx="2"/>
          </p:cNvCxnSpPr>
          <p:nvPr/>
        </p:nvCxnSpPr>
        <p:spPr>
          <a:xfrm flipV="1">
            <a:off x="3757299" y="2427450"/>
            <a:ext cx="1752358" cy="5586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Conector recto de flecha 16">
            <a:extLst>
              <a:ext uri="{FF2B5EF4-FFF2-40B4-BE49-F238E27FC236}">
                <a16:creationId xmlns:a16="http://schemas.microsoft.com/office/drawing/2014/main" id="{F320A933-27F2-404D-A50E-9610A7052CB2}"/>
              </a:ext>
            </a:extLst>
          </p:cNvPr>
          <p:cNvCxnSpPr>
            <a:cxnSpLocks/>
            <a:stCxn id="6" idx="6"/>
            <a:endCxn id="10" idx="2"/>
          </p:cNvCxnSpPr>
          <p:nvPr/>
        </p:nvCxnSpPr>
        <p:spPr>
          <a:xfrm flipV="1">
            <a:off x="3783965" y="2427450"/>
            <a:ext cx="1725692" cy="17712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ector recto de flecha 18">
            <a:extLst>
              <a:ext uri="{FF2B5EF4-FFF2-40B4-BE49-F238E27FC236}">
                <a16:creationId xmlns:a16="http://schemas.microsoft.com/office/drawing/2014/main" id="{085C3E73-E7E4-C040-AD66-0AE82076FEA5}"/>
              </a:ext>
            </a:extLst>
          </p:cNvPr>
          <p:cNvCxnSpPr>
            <a:cxnSpLocks/>
            <a:stCxn id="10" idx="6"/>
            <a:endCxn id="52" idx="2"/>
          </p:cNvCxnSpPr>
          <p:nvPr/>
        </p:nvCxnSpPr>
        <p:spPr>
          <a:xfrm>
            <a:off x="6383597" y="2427450"/>
            <a:ext cx="1387168" cy="5771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Anillo 26">
            <a:extLst>
              <a:ext uri="{FF2B5EF4-FFF2-40B4-BE49-F238E27FC236}">
                <a16:creationId xmlns:a16="http://schemas.microsoft.com/office/drawing/2014/main" id="{06DFA0E8-7D2D-A341-BDDD-84DEE5BCB2FB}"/>
              </a:ext>
            </a:extLst>
          </p:cNvPr>
          <p:cNvSpPr/>
          <p:nvPr/>
        </p:nvSpPr>
        <p:spPr>
          <a:xfrm>
            <a:off x="5531738" y="3181890"/>
            <a:ext cx="873940" cy="873940"/>
          </a:xfrm>
          <a:prstGeom prst="donut">
            <a:avLst>
              <a:gd name="adj" fmla="val 12037"/>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E9E77A25-AAEC-3446-A880-9F66E8B9D19F}"/>
                  </a:ext>
                </a:extLst>
              </p:cNvPr>
              <p:cNvSpPr txBox="1"/>
              <p:nvPr/>
            </p:nvSpPr>
            <p:spPr>
              <a:xfrm>
                <a:off x="6415242" y="2130910"/>
                <a:ext cx="385427" cy="3075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s-ES_tradnl" sz="1600" i="1" smtClean="0">
                              <a:latin typeface="Cambria Math" panose="02040503050406030204" pitchFamily="18" charset="0"/>
                            </a:rPr>
                          </m:ctrlPr>
                        </m:sSubSupPr>
                        <m:e>
                          <m:r>
                            <a:rPr lang="es-ES" sz="1600" b="0" i="1" smtClean="0">
                              <a:latin typeface="Cambria Math" panose="02040503050406030204" pitchFamily="18" charset="0"/>
                            </a:rPr>
                            <m:t>𝑎</m:t>
                          </m:r>
                        </m:e>
                        <m:sub>
                          <m:r>
                            <a:rPr lang="es-ES" sz="1600" b="0" i="1" smtClean="0">
                              <a:latin typeface="Cambria Math" panose="02040503050406030204" pitchFamily="18" charset="0"/>
                            </a:rPr>
                            <m:t>1</m:t>
                          </m:r>
                        </m:sub>
                        <m:sup>
                          <m:r>
                            <a:rPr lang="es-ES" sz="1600" b="0" i="1" smtClean="0">
                              <a:latin typeface="Cambria Math" panose="02040503050406030204" pitchFamily="18" charset="0"/>
                            </a:rPr>
                            <m:t>(2)</m:t>
                          </m:r>
                        </m:sup>
                      </m:sSubSup>
                    </m:oMath>
                  </m:oMathPara>
                </a14:m>
                <a:endParaRPr lang="es-ES_tradnl" sz="1600" dirty="0"/>
              </a:p>
            </p:txBody>
          </p:sp>
        </mc:Choice>
        <mc:Fallback xmlns="">
          <p:sp>
            <p:nvSpPr>
              <p:cNvPr id="28" name="CuadroTexto 27">
                <a:extLst>
                  <a:ext uri="{FF2B5EF4-FFF2-40B4-BE49-F238E27FC236}">
                    <a16:creationId xmlns:a16="http://schemas.microsoft.com/office/drawing/2014/main" id="{E9E77A25-AAEC-3446-A880-9F66E8B9D19F}"/>
                  </a:ext>
                </a:extLst>
              </p:cNvPr>
              <p:cNvSpPr txBox="1">
                <a:spLocks noRot="1" noChangeAspect="1" noMove="1" noResize="1" noEditPoints="1" noAdjustHandles="1" noChangeArrowheads="1" noChangeShapeType="1" noTextEdit="1"/>
              </p:cNvSpPr>
              <p:nvPr/>
            </p:nvSpPr>
            <p:spPr>
              <a:xfrm>
                <a:off x="6415242" y="2130910"/>
                <a:ext cx="385427" cy="307520"/>
              </a:xfrm>
              <a:prstGeom prst="rect">
                <a:avLst/>
              </a:prstGeom>
              <a:blipFill>
                <a:blip r:embed="rId5"/>
                <a:stretch>
                  <a:fillRect l="-3125" t="-8333" r="-9375" b="-16667"/>
                </a:stretch>
              </a:blipFill>
            </p:spPr>
            <p:txBody>
              <a:bodyPr/>
              <a:lstStyle/>
              <a:p>
                <a:r>
                  <a:rPr lang="es-ES_tradnl">
                    <a:noFill/>
                  </a:rPr>
                  <a:t> </a:t>
                </a:r>
              </a:p>
            </p:txBody>
          </p:sp>
        </mc:Fallback>
      </mc:AlternateContent>
      <p:cxnSp>
        <p:nvCxnSpPr>
          <p:cNvPr id="29" name="Conector recto de flecha 28">
            <a:extLst>
              <a:ext uri="{FF2B5EF4-FFF2-40B4-BE49-F238E27FC236}">
                <a16:creationId xmlns:a16="http://schemas.microsoft.com/office/drawing/2014/main" id="{9BC4835E-13F6-EF42-9629-3CFDCDE3AE93}"/>
              </a:ext>
            </a:extLst>
          </p:cNvPr>
          <p:cNvCxnSpPr>
            <a:cxnSpLocks/>
            <a:stCxn id="4" idx="6"/>
            <a:endCxn id="27" idx="2"/>
          </p:cNvCxnSpPr>
          <p:nvPr/>
        </p:nvCxnSpPr>
        <p:spPr>
          <a:xfrm>
            <a:off x="3761884" y="1901736"/>
            <a:ext cx="1769854" cy="17171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Conector recto de flecha 29">
            <a:extLst>
              <a:ext uri="{FF2B5EF4-FFF2-40B4-BE49-F238E27FC236}">
                <a16:creationId xmlns:a16="http://schemas.microsoft.com/office/drawing/2014/main" id="{54F45ED7-6153-FB49-BC14-2BC5C5E1D499}"/>
              </a:ext>
            </a:extLst>
          </p:cNvPr>
          <p:cNvCxnSpPr>
            <a:cxnSpLocks/>
            <a:stCxn id="5" idx="6"/>
            <a:endCxn id="27" idx="2"/>
          </p:cNvCxnSpPr>
          <p:nvPr/>
        </p:nvCxnSpPr>
        <p:spPr>
          <a:xfrm>
            <a:off x="3757299" y="2986053"/>
            <a:ext cx="1774439" cy="6328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onector recto de flecha 30">
            <a:extLst>
              <a:ext uri="{FF2B5EF4-FFF2-40B4-BE49-F238E27FC236}">
                <a16:creationId xmlns:a16="http://schemas.microsoft.com/office/drawing/2014/main" id="{5613DB08-E9A5-C748-AB29-E9671A184B72}"/>
              </a:ext>
            </a:extLst>
          </p:cNvPr>
          <p:cNvCxnSpPr>
            <a:cxnSpLocks/>
            <a:stCxn id="6" idx="6"/>
            <a:endCxn id="27" idx="2"/>
          </p:cNvCxnSpPr>
          <p:nvPr/>
        </p:nvCxnSpPr>
        <p:spPr>
          <a:xfrm flipV="1">
            <a:off x="3783965" y="3618860"/>
            <a:ext cx="1747773" cy="5798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ector recto de flecha 31">
            <a:extLst>
              <a:ext uri="{FF2B5EF4-FFF2-40B4-BE49-F238E27FC236}">
                <a16:creationId xmlns:a16="http://schemas.microsoft.com/office/drawing/2014/main" id="{91EADFC7-1A3E-D943-81B5-84149295AA62}"/>
              </a:ext>
            </a:extLst>
          </p:cNvPr>
          <p:cNvCxnSpPr>
            <a:cxnSpLocks/>
            <a:stCxn id="27" idx="6"/>
            <a:endCxn id="52" idx="2"/>
          </p:cNvCxnSpPr>
          <p:nvPr/>
        </p:nvCxnSpPr>
        <p:spPr>
          <a:xfrm flipV="1">
            <a:off x="6405678" y="3004606"/>
            <a:ext cx="1365087" cy="6142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2" name="Anillo 51">
            <a:extLst>
              <a:ext uri="{FF2B5EF4-FFF2-40B4-BE49-F238E27FC236}">
                <a16:creationId xmlns:a16="http://schemas.microsoft.com/office/drawing/2014/main" id="{C5DFC531-C227-854A-944E-228238AFE8E8}"/>
              </a:ext>
            </a:extLst>
          </p:cNvPr>
          <p:cNvSpPr/>
          <p:nvPr/>
        </p:nvSpPr>
        <p:spPr>
          <a:xfrm>
            <a:off x="7770765" y="2567636"/>
            <a:ext cx="873940" cy="873940"/>
          </a:xfrm>
          <a:prstGeom prst="donut">
            <a:avLst>
              <a:gd name="adj" fmla="val 12037"/>
            </a:avLst>
          </a:prstGeom>
          <a:effectLst>
            <a:glow rad="228600">
              <a:schemeClr val="accent3">
                <a:satMod val="175000"/>
                <a:alpha val="40000"/>
              </a:schemeClr>
            </a:glow>
            <a:outerShdw blurRad="40000" dist="23000" dir="5400000" rotWithShape="0">
              <a:srgbClr val="000000">
                <a:alpha val="35000"/>
              </a:srgbClr>
            </a:outerShdw>
          </a:effectLst>
        </p:spPr>
        <p:style>
          <a:lnRef idx="1">
            <a:schemeClr val="accent3"/>
          </a:lnRef>
          <a:fillRef idx="3">
            <a:schemeClr val="accent3"/>
          </a:fillRef>
          <a:effectRef idx="2">
            <a:schemeClr val="accent3"/>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57" name="Rectángulo 56">
                <a:extLst>
                  <a:ext uri="{FF2B5EF4-FFF2-40B4-BE49-F238E27FC236}">
                    <a16:creationId xmlns:a16="http://schemas.microsoft.com/office/drawing/2014/main" id="{BE2F3BEA-5717-B24E-9E7E-80FC9F99FAC9}"/>
                  </a:ext>
                </a:extLst>
              </p:cNvPr>
              <p:cNvSpPr/>
              <p:nvPr/>
            </p:nvSpPr>
            <p:spPr>
              <a:xfrm>
                <a:off x="6383597" y="3437671"/>
                <a:ext cx="570092" cy="4110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s-ES_tradnl" sz="1600" i="1" smtClean="0">
                              <a:latin typeface="Cambria Math" panose="02040503050406030204" pitchFamily="18" charset="0"/>
                            </a:rPr>
                          </m:ctrlPr>
                        </m:sSubSupPr>
                        <m:e>
                          <m:r>
                            <a:rPr lang="es-ES" sz="1600" i="1">
                              <a:latin typeface="Cambria Math" panose="02040503050406030204" pitchFamily="18" charset="0"/>
                            </a:rPr>
                            <m:t>𝑎</m:t>
                          </m:r>
                        </m:e>
                        <m:sub>
                          <m:r>
                            <a:rPr lang="es-ES" sz="1600" b="0" i="1" smtClean="0">
                              <a:latin typeface="Cambria Math" panose="02040503050406030204" pitchFamily="18" charset="0"/>
                            </a:rPr>
                            <m:t>2</m:t>
                          </m:r>
                        </m:sub>
                        <m:sup>
                          <m:r>
                            <a:rPr lang="es-ES" sz="1600" i="1">
                              <a:latin typeface="Cambria Math" panose="02040503050406030204" pitchFamily="18" charset="0"/>
                            </a:rPr>
                            <m:t>(2)</m:t>
                          </m:r>
                        </m:sup>
                      </m:sSubSup>
                    </m:oMath>
                  </m:oMathPara>
                </a14:m>
                <a:endParaRPr lang="es-ES_tradnl" sz="1600" dirty="0"/>
              </a:p>
            </p:txBody>
          </p:sp>
        </mc:Choice>
        <mc:Fallback xmlns="">
          <p:sp>
            <p:nvSpPr>
              <p:cNvPr id="57" name="Rectángulo 56">
                <a:extLst>
                  <a:ext uri="{FF2B5EF4-FFF2-40B4-BE49-F238E27FC236}">
                    <a16:creationId xmlns:a16="http://schemas.microsoft.com/office/drawing/2014/main" id="{BE2F3BEA-5717-B24E-9E7E-80FC9F99FAC9}"/>
                  </a:ext>
                </a:extLst>
              </p:cNvPr>
              <p:cNvSpPr>
                <a:spLocks noRot="1" noChangeAspect="1" noMove="1" noResize="1" noEditPoints="1" noAdjustHandles="1" noChangeArrowheads="1" noChangeShapeType="1" noTextEdit="1"/>
              </p:cNvSpPr>
              <p:nvPr/>
            </p:nvSpPr>
            <p:spPr>
              <a:xfrm>
                <a:off x="6383597" y="3437671"/>
                <a:ext cx="570092" cy="411010"/>
              </a:xfrm>
              <a:prstGeom prst="rect">
                <a:avLst/>
              </a:prstGeom>
              <a:blipFill>
                <a:blip r:embed="rId6"/>
                <a:stretch>
                  <a:fillRect/>
                </a:stretch>
              </a:blipFill>
            </p:spPr>
            <p:txBody>
              <a:bodyPr/>
              <a:lstStyle/>
              <a:p>
                <a:r>
                  <a:rPr lang="es-ES_tradnl">
                    <a:noFill/>
                  </a:rPr>
                  <a:t> </a:t>
                </a:r>
              </a:p>
            </p:txBody>
          </p:sp>
        </mc:Fallback>
      </mc:AlternateContent>
      <p:cxnSp>
        <p:nvCxnSpPr>
          <p:cNvPr id="59" name="Conector recto de flecha 58">
            <a:extLst>
              <a:ext uri="{FF2B5EF4-FFF2-40B4-BE49-F238E27FC236}">
                <a16:creationId xmlns:a16="http://schemas.microsoft.com/office/drawing/2014/main" id="{176A390A-2EDC-B841-AFBC-35E0AB3D6EDA}"/>
              </a:ext>
            </a:extLst>
          </p:cNvPr>
          <p:cNvCxnSpPr>
            <a:stCxn id="52" idx="6"/>
          </p:cNvCxnSpPr>
          <p:nvPr/>
        </p:nvCxnSpPr>
        <p:spPr>
          <a:xfrm flipV="1">
            <a:off x="8644705" y="3002920"/>
            <a:ext cx="780616" cy="16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0" name="Rectángulo 59">
                <a:extLst>
                  <a:ext uri="{FF2B5EF4-FFF2-40B4-BE49-F238E27FC236}">
                    <a16:creationId xmlns:a16="http://schemas.microsoft.com/office/drawing/2014/main" id="{166C4F83-522A-C946-AE65-FA4C03150FAC}"/>
                  </a:ext>
                </a:extLst>
              </p:cNvPr>
              <p:cNvSpPr/>
              <p:nvPr/>
            </p:nvSpPr>
            <p:spPr>
              <a:xfrm>
                <a:off x="8724273" y="2500990"/>
                <a:ext cx="678712" cy="369332"/>
              </a:xfrm>
              <a:prstGeom prst="rect">
                <a:avLst/>
              </a:prstGeom>
            </p:spPr>
            <p:txBody>
              <a:bodyPr wrap="none">
                <a:spAutoFit/>
              </a:bodyPr>
              <a:lstStyle/>
              <a:p>
                <a14:m>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𝐹</m:t>
                        </m:r>
                      </m:e>
                      <m:sub>
                        <m:r>
                          <a:rPr lang="es-ES" i="1" smtClean="0">
                            <a:latin typeface="Cambria Math" panose="02040503050406030204" pitchFamily="18" charset="0"/>
                            <a:ea typeface="Cambria Math" panose="02040503050406030204" pitchFamily="18" charset="0"/>
                          </a:rPr>
                          <m:t>𝚯</m:t>
                        </m:r>
                      </m:sub>
                    </m:sSub>
                  </m:oMath>
                </a14:m>
                <a:r>
                  <a:rPr lang="es-ES_tradnl" dirty="0"/>
                  <a:t>(</a:t>
                </a:r>
                <a:r>
                  <a:rPr lang="es-ES_tradnl" b="1" dirty="0"/>
                  <a:t>x</a:t>
                </a:r>
                <a:r>
                  <a:rPr lang="es-ES_tradnl" dirty="0"/>
                  <a:t>)</a:t>
                </a:r>
              </a:p>
            </p:txBody>
          </p:sp>
        </mc:Choice>
        <mc:Fallback xmlns="">
          <p:sp>
            <p:nvSpPr>
              <p:cNvPr id="60" name="Rectángulo 59">
                <a:extLst>
                  <a:ext uri="{FF2B5EF4-FFF2-40B4-BE49-F238E27FC236}">
                    <a16:creationId xmlns:a16="http://schemas.microsoft.com/office/drawing/2014/main" id="{166C4F83-522A-C946-AE65-FA4C03150FAC}"/>
                  </a:ext>
                </a:extLst>
              </p:cNvPr>
              <p:cNvSpPr>
                <a:spLocks noRot="1" noChangeAspect="1" noMove="1" noResize="1" noEditPoints="1" noAdjustHandles="1" noChangeArrowheads="1" noChangeShapeType="1" noTextEdit="1"/>
              </p:cNvSpPr>
              <p:nvPr/>
            </p:nvSpPr>
            <p:spPr>
              <a:xfrm>
                <a:off x="8724273" y="2500990"/>
                <a:ext cx="678712" cy="369332"/>
              </a:xfrm>
              <a:prstGeom prst="rect">
                <a:avLst/>
              </a:prstGeom>
              <a:blipFill>
                <a:blip r:embed="rId7"/>
                <a:stretch>
                  <a:fillRect t="-6452" r="-5455" b="-22581"/>
                </a:stretch>
              </a:blipFill>
            </p:spPr>
            <p:txBody>
              <a:bodyPr/>
              <a:lstStyle/>
              <a:p>
                <a:r>
                  <a:rPr lang="es-ES_tradnl">
                    <a:noFill/>
                  </a:rPr>
                  <a:t> </a:t>
                </a:r>
              </a:p>
            </p:txBody>
          </p:sp>
        </mc:Fallback>
      </mc:AlternateContent>
      <p:sp>
        <p:nvSpPr>
          <p:cNvPr id="49" name="CuadroTexto 48">
            <a:extLst>
              <a:ext uri="{FF2B5EF4-FFF2-40B4-BE49-F238E27FC236}">
                <a16:creationId xmlns:a16="http://schemas.microsoft.com/office/drawing/2014/main" id="{16D39C67-350D-3C46-A897-921A93302DA8}"/>
              </a:ext>
            </a:extLst>
          </p:cNvPr>
          <p:cNvSpPr txBox="1"/>
          <p:nvPr/>
        </p:nvSpPr>
        <p:spPr>
          <a:xfrm>
            <a:off x="2883359" y="4610480"/>
            <a:ext cx="821059" cy="369332"/>
          </a:xfrm>
          <a:prstGeom prst="rect">
            <a:avLst/>
          </a:prstGeom>
          <a:noFill/>
        </p:spPr>
        <p:txBody>
          <a:bodyPr wrap="none" rtlCol="0">
            <a:spAutoFit/>
          </a:bodyPr>
          <a:lstStyle/>
          <a:p>
            <a:r>
              <a:rPr lang="es-ES_tradnl" dirty="0"/>
              <a:t>Capa 1</a:t>
            </a:r>
          </a:p>
        </p:txBody>
      </p:sp>
      <p:sp>
        <p:nvSpPr>
          <p:cNvPr id="50" name="CuadroTexto 49">
            <a:extLst>
              <a:ext uri="{FF2B5EF4-FFF2-40B4-BE49-F238E27FC236}">
                <a16:creationId xmlns:a16="http://schemas.microsoft.com/office/drawing/2014/main" id="{F5C9FBAA-0EED-E947-AD8D-09BCA4286121}"/>
              </a:ext>
            </a:extLst>
          </p:cNvPr>
          <p:cNvSpPr txBox="1"/>
          <p:nvPr/>
        </p:nvSpPr>
        <p:spPr>
          <a:xfrm>
            <a:off x="5547138" y="4037524"/>
            <a:ext cx="821059" cy="369332"/>
          </a:xfrm>
          <a:prstGeom prst="rect">
            <a:avLst/>
          </a:prstGeom>
          <a:noFill/>
        </p:spPr>
        <p:txBody>
          <a:bodyPr wrap="none" rtlCol="0">
            <a:spAutoFit/>
          </a:bodyPr>
          <a:lstStyle/>
          <a:p>
            <a:r>
              <a:rPr lang="es-ES_tradnl" dirty="0"/>
              <a:t>Capa 2</a:t>
            </a:r>
          </a:p>
        </p:txBody>
      </p:sp>
      <p:sp>
        <p:nvSpPr>
          <p:cNvPr id="51" name="CuadroTexto 50">
            <a:extLst>
              <a:ext uri="{FF2B5EF4-FFF2-40B4-BE49-F238E27FC236}">
                <a16:creationId xmlns:a16="http://schemas.microsoft.com/office/drawing/2014/main" id="{BF437410-946D-3948-8640-E0F4EF09062E}"/>
              </a:ext>
            </a:extLst>
          </p:cNvPr>
          <p:cNvSpPr txBox="1"/>
          <p:nvPr/>
        </p:nvSpPr>
        <p:spPr>
          <a:xfrm>
            <a:off x="7827629" y="3475395"/>
            <a:ext cx="821059" cy="369332"/>
          </a:xfrm>
          <a:prstGeom prst="rect">
            <a:avLst/>
          </a:prstGeom>
          <a:noFill/>
        </p:spPr>
        <p:txBody>
          <a:bodyPr wrap="none" rtlCol="0">
            <a:spAutoFit/>
          </a:bodyPr>
          <a:lstStyle/>
          <a:p>
            <a:r>
              <a:rPr lang="es-ES_tradnl" dirty="0"/>
              <a:t>Capa 3</a:t>
            </a:r>
          </a:p>
        </p:txBody>
      </p:sp>
      <p:sp>
        <p:nvSpPr>
          <p:cNvPr id="53" name="CuadroTexto 52">
            <a:extLst>
              <a:ext uri="{FF2B5EF4-FFF2-40B4-BE49-F238E27FC236}">
                <a16:creationId xmlns:a16="http://schemas.microsoft.com/office/drawing/2014/main" id="{E627A9B5-FAAA-F140-B712-94C46FFB3A66}"/>
              </a:ext>
            </a:extLst>
          </p:cNvPr>
          <p:cNvSpPr txBox="1"/>
          <p:nvPr/>
        </p:nvSpPr>
        <p:spPr>
          <a:xfrm>
            <a:off x="2484643" y="4945259"/>
            <a:ext cx="1724703" cy="369332"/>
          </a:xfrm>
          <a:prstGeom prst="rect">
            <a:avLst/>
          </a:prstGeom>
          <a:noFill/>
        </p:spPr>
        <p:txBody>
          <a:bodyPr wrap="none" rtlCol="0">
            <a:spAutoFit/>
          </a:bodyPr>
          <a:lstStyle/>
          <a:p>
            <a:r>
              <a:rPr lang="es-ES_tradnl" dirty="0"/>
              <a:t>Capa de entrada</a:t>
            </a:r>
          </a:p>
        </p:txBody>
      </p:sp>
      <p:sp>
        <p:nvSpPr>
          <p:cNvPr id="58" name="CuadroTexto 57">
            <a:extLst>
              <a:ext uri="{FF2B5EF4-FFF2-40B4-BE49-F238E27FC236}">
                <a16:creationId xmlns:a16="http://schemas.microsoft.com/office/drawing/2014/main" id="{6B35A518-413E-1A4C-89D9-E4C3A252C6D2}"/>
              </a:ext>
            </a:extLst>
          </p:cNvPr>
          <p:cNvSpPr txBox="1"/>
          <p:nvPr/>
        </p:nvSpPr>
        <p:spPr>
          <a:xfrm>
            <a:off x="5300884" y="4507370"/>
            <a:ext cx="1313565" cy="369332"/>
          </a:xfrm>
          <a:prstGeom prst="rect">
            <a:avLst/>
          </a:prstGeom>
          <a:noFill/>
        </p:spPr>
        <p:txBody>
          <a:bodyPr wrap="none" rtlCol="0">
            <a:spAutoFit/>
          </a:bodyPr>
          <a:lstStyle/>
          <a:p>
            <a:r>
              <a:rPr lang="es-ES_tradnl" dirty="0"/>
              <a:t>Capa Oculta</a:t>
            </a:r>
          </a:p>
        </p:txBody>
      </p:sp>
      <p:sp>
        <p:nvSpPr>
          <p:cNvPr id="55" name="CuadroTexto 54">
            <a:extLst>
              <a:ext uri="{FF2B5EF4-FFF2-40B4-BE49-F238E27FC236}">
                <a16:creationId xmlns:a16="http://schemas.microsoft.com/office/drawing/2014/main" id="{3B1C68B7-4017-2443-A527-2793D9494B83}"/>
              </a:ext>
            </a:extLst>
          </p:cNvPr>
          <p:cNvSpPr txBox="1"/>
          <p:nvPr/>
        </p:nvSpPr>
        <p:spPr>
          <a:xfrm>
            <a:off x="7560370" y="3925472"/>
            <a:ext cx="1532792" cy="369332"/>
          </a:xfrm>
          <a:prstGeom prst="rect">
            <a:avLst/>
          </a:prstGeom>
          <a:noFill/>
        </p:spPr>
        <p:txBody>
          <a:bodyPr wrap="none" rtlCol="0">
            <a:spAutoFit/>
          </a:bodyPr>
          <a:lstStyle/>
          <a:p>
            <a:r>
              <a:rPr lang="es-ES_tradnl" dirty="0"/>
              <a:t>Capa de salida</a:t>
            </a:r>
          </a:p>
        </p:txBody>
      </p:sp>
      <mc:AlternateContent xmlns:mc="http://schemas.openxmlformats.org/markup-compatibility/2006" xmlns:a14="http://schemas.microsoft.com/office/drawing/2010/main">
        <mc:Choice Requires="a14">
          <p:sp>
            <p:nvSpPr>
              <p:cNvPr id="62" name="CuadroTexto 61">
                <a:extLst>
                  <a:ext uri="{FF2B5EF4-FFF2-40B4-BE49-F238E27FC236}">
                    <a16:creationId xmlns:a16="http://schemas.microsoft.com/office/drawing/2014/main" id="{E3FF572F-FC3A-4342-A239-E4C1858D7F2C}"/>
                  </a:ext>
                </a:extLst>
              </p:cNvPr>
              <p:cNvSpPr txBox="1"/>
              <p:nvPr/>
            </p:nvSpPr>
            <p:spPr>
              <a:xfrm>
                <a:off x="3860566" y="5388694"/>
                <a:ext cx="5046061" cy="444930"/>
              </a:xfrm>
              <a:prstGeom prst="rect">
                <a:avLst/>
              </a:prstGeom>
              <a:noFill/>
            </p:spPr>
            <p:txBody>
              <a:bodyPr wrap="none" rtlCol="0">
                <a:spAutoFit/>
              </a:bodyPr>
              <a:lstStyle/>
              <a:p>
                <a14:m>
                  <m:oMath xmlns:m="http://schemas.openxmlformats.org/officeDocument/2006/math">
                    <m:sSubSup>
                      <m:sSubSupPr>
                        <m:ctrlPr>
                          <a:rPr lang="es-ES_tradnl" i="1" smtClean="0">
                            <a:latin typeface="Cambria Math" panose="02040503050406030204" pitchFamily="18" charset="0"/>
                          </a:rPr>
                        </m:ctrlPr>
                      </m:sSubSupPr>
                      <m:e>
                        <m:r>
                          <a:rPr lang="es-ES" i="1">
                            <a:latin typeface="Cambria Math" panose="02040503050406030204" pitchFamily="18" charset="0"/>
                          </a:rPr>
                          <m:t>𝑎</m:t>
                        </m:r>
                      </m:e>
                      <m:sub>
                        <m:r>
                          <a:rPr lang="es-ES" b="0" i="1" smtClean="0">
                            <a:latin typeface="Cambria Math" panose="02040503050406030204" pitchFamily="18" charset="0"/>
                          </a:rPr>
                          <m:t>𝑖</m:t>
                        </m:r>
                      </m:sub>
                      <m:sup>
                        <m:r>
                          <a:rPr lang="es-ES" i="1">
                            <a:latin typeface="Cambria Math" panose="02040503050406030204" pitchFamily="18" charset="0"/>
                          </a:rPr>
                          <m:t>(</m:t>
                        </m:r>
                        <m:r>
                          <a:rPr lang="es-ES" b="0" i="1" smtClean="0">
                            <a:latin typeface="Cambria Math" panose="02040503050406030204" pitchFamily="18" charset="0"/>
                          </a:rPr>
                          <m:t>𝑗</m:t>
                        </m:r>
                        <m:r>
                          <a:rPr lang="es-ES" i="1">
                            <a:latin typeface="Cambria Math" panose="02040503050406030204" pitchFamily="18" charset="0"/>
                          </a:rPr>
                          <m:t>)</m:t>
                        </m:r>
                      </m:sup>
                    </m:sSubSup>
                  </m:oMath>
                </a14:m>
                <a:r>
                  <a:rPr lang="es-ES_tradnl" dirty="0"/>
                  <a:t> denota la </a:t>
                </a:r>
                <a:r>
                  <a:rPr lang="es-ES_tradnl" b="1" i="1" dirty="0"/>
                  <a:t>activación</a:t>
                </a:r>
                <a:r>
                  <a:rPr lang="es-ES_tradnl" dirty="0"/>
                  <a:t> de la neurona i en la capa j</a:t>
                </a:r>
              </a:p>
            </p:txBody>
          </p:sp>
        </mc:Choice>
        <mc:Fallback xmlns="">
          <p:sp>
            <p:nvSpPr>
              <p:cNvPr id="62" name="CuadroTexto 61">
                <a:extLst>
                  <a:ext uri="{FF2B5EF4-FFF2-40B4-BE49-F238E27FC236}">
                    <a16:creationId xmlns:a16="http://schemas.microsoft.com/office/drawing/2014/main" id="{E3FF572F-FC3A-4342-A239-E4C1858D7F2C}"/>
                  </a:ext>
                </a:extLst>
              </p:cNvPr>
              <p:cNvSpPr txBox="1">
                <a:spLocks noRot="1" noChangeAspect="1" noMove="1" noResize="1" noEditPoints="1" noAdjustHandles="1" noChangeArrowheads="1" noChangeShapeType="1" noTextEdit="1"/>
              </p:cNvSpPr>
              <p:nvPr/>
            </p:nvSpPr>
            <p:spPr>
              <a:xfrm>
                <a:off x="3860566" y="5388694"/>
                <a:ext cx="5046061" cy="444930"/>
              </a:xfrm>
              <a:prstGeom prst="rect">
                <a:avLst/>
              </a:prstGeom>
              <a:blipFill>
                <a:blip r:embed="rId8"/>
                <a:stretch>
                  <a:fillRect r="-752" b="-19444"/>
                </a:stretch>
              </a:blipFill>
            </p:spPr>
            <p:txBody>
              <a:bodyPr/>
              <a:lstStyle/>
              <a:p>
                <a:r>
                  <a:rPr lang="es-ES_tradnl">
                    <a:noFill/>
                  </a:rPr>
                  <a:t> </a:t>
                </a:r>
              </a:p>
            </p:txBody>
          </p:sp>
        </mc:Fallback>
      </mc:AlternateContent>
    </p:spTree>
    <p:extLst>
      <p:ext uri="{BB962C8B-B14F-4D97-AF65-F5344CB8AC3E}">
        <p14:creationId xmlns:p14="http://schemas.microsoft.com/office/powerpoint/2010/main" val="720927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1D11D9-E5ED-4640-A0F9-F697CDE68D2B}"/>
              </a:ext>
            </a:extLst>
          </p:cNvPr>
          <p:cNvSpPr>
            <a:spLocks noGrp="1"/>
          </p:cNvSpPr>
          <p:nvPr>
            <p:ph type="title"/>
          </p:nvPr>
        </p:nvSpPr>
        <p:spPr>
          <a:xfrm>
            <a:off x="4664279" y="262534"/>
            <a:ext cx="6174220" cy="760412"/>
          </a:xfrm>
        </p:spPr>
        <p:txBody>
          <a:bodyPr>
            <a:normAutofit/>
          </a:bodyPr>
          <a:lstStyle/>
          <a:p>
            <a:r>
              <a:rPr lang="es-ES_tradnl" dirty="0"/>
              <a:t>Red neuronal</a:t>
            </a:r>
          </a:p>
        </p:txBody>
      </p:sp>
      <mc:AlternateContent xmlns:mc="http://schemas.openxmlformats.org/markup-compatibility/2006" xmlns:a14="http://schemas.microsoft.com/office/drawing/2010/main">
        <mc:Choice Requires="a14">
          <p:sp>
            <p:nvSpPr>
              <p:cNvPr id="4" name="Rectángulo 3">
                <a:extLst>
                  <a:ext uri="{FF2B5EF4-FFF2-40B4-BE49-F238E27FC236}">
                    <a16:creationId xmlns:a16="http://schemas.microsoft.com/office/drawing/2014/main" id="{56102662-CE6F-ED46-8EEA-FD2E6AD3E907}"/>
                  </a:ext>
                </a:extLst>
              </p:cNvPr>
              <p:cNvSpPr/>
              <p:nvPr/>
            </p:nvSpPr>
            <p:spPr>
              <a:xfrm>
                <a:off x="624610" y="2794030"/>
                <a:ext cx="6021328" cy="10202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s-ES_tradnl" sz="2400" i="1" smtClean="0">
                              <a:latin typeface="Cambria Math" panose="02040503050406030204" pitchFamily="18" charset="0"/>
                            </a:rPr>
                          </m:ctrlPr>
                        </m:sSubSupPr>
                        <m:e>
                          <m:r>
                            <a:rPr lang="es-ES" sz="2400" i="1">
                              <a:latin typeface="Cambria Math" panose="02040503050406030204" pitchFamily="18" charset="0"/>
                            </a:rPr>
                            <m:t>𝑎</m:t>
                          </m:r>
                        </m:e>
                        <m:sub>
                          <m:r>
                            <a:rPr lang="es-ES" sz="2400" i="1">
                              <a:latin typeface="Cambria Math" panose="02040503050406030204" pitchFamily="18" charset="0"/>
                            </a:rPr>
                            <m:t>1</m:t>
                          </m:r>
                        </m:sub>
                        <m:sup>
                          <m:r>
                            <a:rPr lang="es-ES" sz="2400" i="1">
                              <a:latin typeface="Cambria Math" panose="02040503050406030204" pitchFamily="18" charset="0"/>
                            </a:rPr>
                            <m:t>(2)</m:t>
                          </m:r>
                        </m:sup>
                      </m:sSubSup>
                      <m:r>
                        <a:rPr lang="es-ES" sz="2400" i="1">
                          <a:latin typeface="Cambria Math" panose="02040503050406030204" pitchFamily="18" charset="0"/>
                        </a:rPr>
                        <m:t> =</m:t>
                      </m:r>
                      <m:r>
                        <a:rPr lang="es-ES_tradnl" sz="2400" i="1" dirty="0">
                          <a:latin typeface="Cambria Math" panose="02040503050406030204" pitchFamily="18" charset="0"/>
                        </a:rPr>
                        <m:t>𝑔</m:t>
                      </m:r>
                      <m:r>
                        <m:rPr>
                          <m:nor/>
                        </m:rPr>
                        <a:rPr lang="es-ES_tradnl" sz="2400" dirty="0"/>
                        <m:t>(</m:t>
                      </m:r>
                      <m:sSub>
                        <m:sSubPr>
                          <m:ctrlPr>
                            <a:rPr lang="es-ES_tradnl" sz="2400" i="1" dirty="0">
                              <a:latin typeface="Cambria Math" panose="02040503050406030204" pitchFamily="18" charset="0"/>
                            </a:rPr>
                          </m:ctrlPr>
                        </m:sSubPr>
                        <m:e>
                          <m:sSubSup>
                            <m:sSubSupPr>
                              <m:ctrlPr>
                                <a:rPr lang="es-ES_tradnl" sz="2400" i="1" dirty="0" smtClean="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b="0" i="1" dirty="0" smtClean="0">
                                  <a:latin typeface="Cambria Math" panose="02040503050406030204" pitchFamily="18" charset="0"/>
                                </a:rPr>
                                <m:t>10</m:t>
                              </m:r>
                            </m:sub>
                            <m:sup>
                              <m:r>
                                <a:rPr lang="es-ES" sz="2400" b="0" i="1" dirty="0" smtClean="0">
                                  <a:latin typeface="Cambria Math" panose="02040503050406030204" pitchFamily="18" charset="0"/>
                                </a:rPr>
                                <m:t>(1)</m:t>
                              </m:r>
                            </m:sup>
                          </m:sSubSup>
                          <m:r>
                            <a:rPr lang="es-ES" sz="2400" i="1" dirty="0">
                              <a:latin typeface="Cambria Math" panose="02040503050406030204" pitchFamily="18" charset="0"/>
                            </a:rPr>
                            <m:t>𝑥</m:t>
                          </m:r>
                        </m:e>
                        <m:sub>
                          <m:r>
                            <a:rPr lang="es-ES" sz="2400" b="0" i="1" dirty="0" smtClean="0">
                              <a:latin typeface="Cambria Math" panose="02040503050406030204" pitchFamily="18" charset="0"/>
                            </a:rPr>
                            <m:t>0</m:t>
                          </m:r>
                        </m:sub>
                      </m:sSub>
                      <m:r>
                        <a:rPr lang="es-ES" sz="2400" i="1" dirty="0">
                          <a:latin typeface="Cambria Math" panose="02040503050406030204" pitchFamily="18" charset="0"/>
                        </a:rPr>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i="1" dirty="0">
                              <a:latin typeface="Cambria Math" panose="02040503050406030204" pitchFamily="18" charset="0"/>
                            </a:rPr>
                            <m:t>1</m:t>
                          </m:r>
                          <m:r>
                            <a:rPr lang="es-ES" sz="2400" b="0" i="1" dirty="0" smtClean="0">
                              <a:latin typeface="Cambria Math" panose="02040503050406030204" pitchFamily="18" charset="0"/>
                            </a:rPr>
                            <m:t>1</m:t>
                          </m:r>
                        </m:sub>
                        <m:sup>
                          <m:r>
                            <a:rPr lang="es-ES" sz="2400" i="1" dirty="0">
                              <a:latin typeface="Cambria Math" panose="02040503050406030204" pitchFamily="18" charset="0"/>
                            </a:rPr>
                            <m:t>(1)</m:t>
                          </m:r>
                        </m:sup>
                      </m:sSubSup>
                      <m:sSub>
                        <m:sSubPr>
                          <m:ctrlPr>
                            <a:rPr lang="es-ES_tradnl" sz="2400" i="1" dirty="0">
                              <a:latin typeface="Cambria Math" panose="02040503050406030204" pitchFamily="18" charset="0"/>
                            </a:rPr>
                          </m:ctrlPr>
                        </m:sSubPr>
                        <m:e>
                          <m:r>
                            <a:rPr lang="es-ES" sz="2400" i="1" dirty="0">
                              <a:latin typeface="Cambria Math" panose="02040503050406030204" pitchFamily="18" charset="0"/>
                            </a:rPr>
                            <m:t>𝑥</m:t>
                          </m:r>
                        </m:e>
                        <m:sub>
                          <m:r>
                            <a:rPr lang="es-ES" sz="2400" i="1">
                              <a:latin typeface="Cambria Math" panose="02040503050406030204" pitchFamily="18" charset="0"/>
                              <a:ea typeface="Cambria Math" panose="02040503050406030204" pitchFamily="18" charset="0"/>
                            </a:rPr>
                            <m:t>1</m:t>
                          </m:r>
                        </m:sub>
                      </m:sSub>
                      <m:r>
                        <a:rPr lang="es-ES" sz="2400" i="1" dirty="0">
                          <a:latin typeface="Cambria Math" panose="02040503050406030204" pitchFamily="18" charset="0"/>
                        </a:rPr>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i="1" dirty="0">
                              <a:latin typeface="Cambria Math" panose="02040503050406030204" pitchFamily="18" charset="0"/>
                            </a:rPr>
                            <m:t>1</m:t>
                          </m:r>
                          <m:r>
                            <a:rPr lang="es-ES" sz="2400" b="0" i="1" dirty="0" smtClean="0">
                              <a:latin typeface="Cambria Math" panose="02040503050406030204" pitchFamily="18" charset="0"/>
                            </a:rPr>
                            <m:t>2</m:t>
                          </m:r>
                        </m:sub>
                        <m:sup>
                          <m:r>
                            <a:rPr lang="es-ES" sz="2400" i="1" dirty="0">
                              <a:latin typeface="Cambria Math" panose="02040503050406030204" pitchFamily="18" charset="0"/>
                            </a:rPr>
                            <m:t>(1)</m:t>
                          </m:r>
                        </m:sup>
                      </m:sSubSup>
                      <m:sSub>
                        <m:sSubPr>
                          <m:ctrlPr>
                            <a:rPr lang="es-ES_tradnl" sz="2400" i="1" dirty="0">
                              <a:latin typeface="Cambria Math" panose="02040503050406030204" pitchFamily="18" charset="0"/>
                            </a:rPr>
                          </m:ctrlPr>
                        </m:sSubPr>
                        <m:e>
                          <m:r>
                            <a:rPr lang="es-ES" sz="2400" i="1" dirty="0">
                              <a:latin typeface="Cambria Math" panose="02040503050406030204" pitchFamily="18" charset="0"/>
                            </a:rPr>
                            <m:t>𝑥</m:t>
                          </m:r>
                        </m:e>
                        <m:sub>
                          <m:r>
                            <a:rPr lang="es-ES" sz="2400" i="1">
                              <a:latin typeface="Cambria Math" panose="02040503050406030204" pitchFamily="18" charset="0"/>
                              <a:ea typeface="Cambria Math" panose="02040503050406030204" pitchFamily="18" charset="0"/>
                            </a:rPr>
                            <m:t>2</m:t>
                          </m:r>
                        </m:sub>
                      </m:sSub>
                      <m:r>
                        <a:rPr lang="es-ES" sz="2400" b="0" i="1" smtClean="0">
                          <a:latin typeface="Cambria Math" panose="02040503050406030204" pitchFamily="18" charset="0"/>
                          <a:ea typeface="Cambria Math" panose="02040503050406030204" pitchFamily="18" charset="0"/>
                        </a:rPr>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i="1" dirty="0">
                              <a:latin typeface="Cambria Math" panose="02040503050406030204" pitchFamily="18" charset="0"/>
                            </a:rPr>
                            <m:t>1</m:t>
                          </m:r>
                          <m:r>
                            <a:rPr lang="es-ES" sz="2400" b="0" i="1" dirty="0" smtClean="0">
                              <a:latin typeface="Cambria Math" panose="02040503050406030204" pitchFamily="18" charset="0"/>
                            </a:rPr>
                            <m:t>3</m:t>
                          </m:r>
                        </m:sub>
                        <m:sup>
                          <m:r>
                            <a:rPr lang="es-ES" sz="2400" i="1" dirty="0">
                              <a:latin typeface="Cambria Math" panose="02040503050406030204" pitchFamily="18" charset="0"/>
                            </a:rPr>
                            <m:t>(1)</m:t>
                          </m:r>
                        </m:sup>
                      </m:sSubSup>
                      <m:sSub>
                        <m:sSubPr>
                          <m:ctrlPr>
                            <a:rPr lang="es-ES_tradnl" sz="2400" i="1" dirty="0">
                              <a:latin typeface="Cambria Math" panose="02040503050406030204" pitchFamily="18" charset="0"/>
                            </a:rPr>
                          </m:ctrlPr>
                        </m:sSubPr>
                        <m:e>
                          <m:r>
                            <a:rPr lang="es-ES" sz="2400" i="1" dirty="0">
                              <a:latin typeface="Cambria Math" panose="02040503050406030204" pitchFamily="18" charset="0"/>
                            </a:rPr>
                            <m:t>𝑥</m:t>
                          </m:r>
                        </m:e>
                        <m:sub>
                          <m:r>
                            <a:rPr lang="es-ES" sz="2400" b="0" i="1" dirty="0" smtClean="0">
                              <a:latin typeface="Cambria Math" panose="02040503050406030204" pitchFamily="18" charset="0"/>
                            </a:rPr>
                            <m:t>3</m:t>
                          </m:r>
                        </m:sub>
                      </m:sSub>
                      <m:r>
                        <m:rPr>
                          <m:nor/>
                        </m:rPr>
                        <a:rPr lang="es-ES_tradnl" sz="2400" dirty="0"/>
                        <m:t>)</m:t>
                      </m:r>
                    </m:oMath>
                  </m:oMathPara>
                </a14:m>
                <a:endParaRPr lang="es-ES_tradnl" sz="2400" dirty="0"/>
              </a:p>
              <a:p>
                <a:pPr/>
                <a14:m>
                  <m:oMathPara xmlns:m="http://schemas.openxmlformats.org/officeDocument/2006/math">
                    <m:oMathParaPr>
                      <m:jc m:val="centerGroup"/>
                    </m:oMathParaPr>
                    <m:oMath xmlns:m="http://schemas.openxmlformats.org/officeDocument/2006/math">
                      <m:sSubSup>
                        <m:sSubSupPr>
                          <m:ctrlPr>
                            <a:rPr lang="es-ES_tradnl" sz="2400" i="1">
                              <a:latin typeface="Cambria Math" panose="02040503050406030204" pitchFamily="18" charset="0"/>
                            </a:rPr>
                          </m:ctrlPr>
                        </m:sSubSupPr>
                        <m:e>
                          <m:r>
                            <a:rPr lang="es-ES" sz="2400" i="1">
                              <a:latin typeface="Cambria Math" panose="02040503050406030204" pitchFamily="18" charset="0"/>
                            </a:rPr>
                            <m:t>𝑎</m:t>
                          </m:r>
                        </m:e>
                        <m:sub>
                          <m:r>
                            <a:rPr lang="es-ES" sz="2400" b="0" i="1" smtClean="0">
                              <a:latin typeface="Cambria Math" panose="02040503050406030204" pitchFamily="18" charset="0"/>
                            </a:rPr>
                            <m:t>2</m:t>
                          </m:r>
                        </m:sub>
                        <m:sup>
                          <m:r>
                            <a:rPr lang="es-ES" sz="2400" i="1">
                              <a:latin typeface="Cambria Math" panose="02040503050406030204" pitchFamily="18" charset="0"/>
                            </a:rPr>
                            <m:t>(2)</m:t>
                          </m:r>
                        </m:sup>
                      </m:sSubSup>
                      <m:r>
                        <a:rPr lang="es-ES" sz="2400" i="1">
                          <a:latin typeface="Cambria Math" panose="02040503050406030204" pitchFamily="18" charset="0"/>
                        </a:rPr>
                        <m:t> =</m:t>
                      </m:r>
                      <m:r>
                        <a:rPr lang="es-ES_tradnl" sz="2400" i="1" dirty="0">
                          <a:latin typeface="Cambria Math" panose="02040503050406030204" pitchFamily="18" charset="0"/>
                        </a:rPr>
                        <m:t>𝑔</m:t>
                      </m:r>
                      <m:r>
                        <m:rPr>
                          <m:nor/>
                        </m:rPr>
                        <a:rPr lang="es-ES_tradnl" sz="2400" dirty="0"/>
                        <m:t>(</m:t>
                      </m:r>
                      <m:sSub>
                        <m:sSubPr>
                          <m:ctrlPr>
                            <a:rPr lang="es-ES_tradnl" sz="2400" i="1" dirty="0">
                              <a:latin typeface="Cambria Math" panose="02040503050406030204" pitchFamily="18" charset="0"/>
                            </a:rPr>
                          </m:ctrlPr>
                        </m:sSubPr>
                        <m:e>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b="0" i="1" smtClean="0">
                                  <a:latin typeface="Cambria Math" panose="02040503050406030204" pitchFamily="18" charset="0"/>
                                  <a:ea typeface="Cambria Math" panose="02040503050406030204" pitchFamily="18" charset="0"/>
                                </a:rPr>
                                <m:t>2</m:t>
                              </m:r>
                              <m:r>
                                <a:rPr lang="es-ES" sz="2400" i="1" dirty="0">
                                  <a:latin typeface="Cambria Math" panose="02040503050406030204" pitchFamily="18" charset="0"/>
                                </a:rPr>
                                <m:t>0</m:t>
                              </m:r>
                            </m:sub>
                            <m:sup>
                              <m:r>
                                <a:rPr lang="es-ES" sz="2400" i="1" dirty="0">
                                  <a:latin typeface="Cambria Math" panose="02040503050406030204" pitchFamily="18" charset="0"/>
                                </a:rPr>
                                <m:t>(1)</m:t>
                              </m:r>
                            </m:sup>
                          </m:sSubSup>
                          <m:r>
                            <a:rPr lang="es-ES" sz="2400" i="1" dirty="0">
                              <a:latin typeface="Cambria Math" panose="02040503050406030204" pitchFamily="18" charset="0"/>
                            </a:rPr>
                            <m:t>𝑥</m:t>
                          </m:r>
                        </m:e>
                        <m:sub>
                          <m:r>
                            <a:rPr lang="es-ES" sz="2400" i="1" dirty="0">
                              <a:latin typeface="Cambria Math" panose="02040503050406030204" pitchFamily="18" charset="0"/>
                            </a:rPr>
                            <m:t>0</m:t>
                          </m:r>
                        </m:sub>
                      </m:sSub>
                      <m:r>
                        <a:rPr lang="es-ES" sz="2400" i="1" dirty="0">
                          <a:latin typeface="Cambria Math" panose="02040503050406030204" pitchFamily="18" charset="0"/>
                        </a:rPr>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b="0" i="1" dirty="0" smtClean="0">
                              <a:latin typeface="Cambria Math" panose="02040503050406030204" pitchFamily="18" charset="0"/>
                            </a:rPr>
                            <m:t>2</m:t>
                          </m:r>
                          <m:r>
                            <a:rPr lang="es-ES" sz="2400" i="1" dirty="0">
                              <a:latin typeface="Cambria Math" panose="02040503050406030204" pitchFamily="18" charset="0"/>
                            </a:rPr>
                            <m:t>1</m:t>
                          </m:r>
                        </m:sub>
                        <m:sup>
                          <m:r>
                            <a:rPr lang="es-ES" sz="2400" i="1" dirty="0">
                              <a:latin typeface="Cambria Math" panose="02040503050406030204" pitchFamily="18" charset="0"/>
                            </a:rPr>
                            <m:t>(1)</m:t>
                          </m:r>
                        </m:sup>
                      </m:sSubSup>
                      <m:sSub>
                        <m:sSubPr>
                          <m:ctrlPr>
                            <a:rPr lang="es-ES_tradnl" sz="2400" i="1" dirty="0">
                              <a:latin typeface="Cambria Math" panose="02040503050406030204" pitchFamily="18" charset="0"/>
                            </a:rPr>
                          </m:ctrlPr>
                        </m:sSubPr>
                        <m:e>
                          <m:r>
                            <a:rPr lang="es-ES" sz="2400" i="1" dirty="0">
                              <a:latin typeface="Cambria Math" panose="02040503050406030204" pitchFamily="18" charset="0"/>
                            </a:rPr>
                            <m:t>𝑥</m:t>
                          </m:r>
                        </m:e>
                        <m:sub>
                          <m:r>
                            <a:rPr lang="es-ES" sz="2400" i="1">
                              <a:latin typeface="Cambria Math" panose="02040503050406030204" pitchFamily="18" charset="0"/>
                              <a:ea typeface="Cambria Math" panose="02040503050406030204" pitchFamily="18" charset="0"/>
                            </a:rPr>
                            <m:t>1</m:t>
                          </m:r>
                        </m:sub>
                      </m:sSub>
                      <m:r>
                        <a:rPr lang="es-ES" sz="2400" i="1" dirty="0">
                          <a:latin typeface="Cambria Math" panose="02040503050406030204" pitchFamily="18" charset="0"/>
                        </a:rPr>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b="0" i="1" dirty="0" smtClean="0">
                              <a:latin typeface="Cambria Math" panose="02040503050406030204" pitchFamily="18" charset="0"/>
                            </a:rPr>
                            <m:t>2</m:t>
                          </m:r>
                          <m:r>
                            <a:rPr lang="es-ES" sz="2400" i="1" dirty="0">
                              <a:latin typeface="Cambria Math" panose="02040503050406030204" pitchFamily="18" charset="0"/>
                            </a:rPr>
                            <m:t>2</m:t>
                          </m:r>
                        </m:sub>
                        <m:sup>
                          <m:r>
                            <a:rPr lang="es-ES" sz="2400" i="1" dirty="0">
                              <a:latin typeface="Cambria Math" panose="02040503050406030204" pitchFamily="18" charset="0"/>
                            </a:rPr>
                            <m:t>(1)</m:t>
                          </m:r>
                        </m:sup>
                      </m:sSubSup>
                      <m:sSub>
                        <m:sSubPr>
                          <m:ctrlPr>
                            <a:rPr lang="es-ES_tradnl" sz="2400" i="1" dirty="0">
                              <a:latin typeface="Cambria Math" panose="02040503050406030204" pitchFamily="18" charset="0"/>
                            </a:rPr>
                          </m:ctrlPr>
                        </m:sSubPr>
                        <m:e>
                          <m:r>
                            <a:rPr lang="es-ES" sz="2400" i="1" dirty="0">
                              <a:latin typeface="Cambria Math" panose="02040503050406030204" pitchFamily="18" charset="0"/>
                            </a:rPr>
                            <m:t>𝑥</m:t>
                          </m:r>
                        </m:e>
                        <m:sub>
                          <m:r>
                            <a:rPr lang="es-ES" sz="2400" i="1">
                              <a:latin typeface="Cambria Math" panose="02040503050406030204" pitchFamily="18" charset="0"/>
                              <a:ea typeface="Cambria Math" panose="02040503050406030204" pitchFamily="18" charset="0"/>
                            </a:rPr>
                            <m:t>2</m:t>
                          </m:r>
                        </m:sub>
                      </m:sSub>
                      <m:r>
                        <a:rPr lang="es-ES" sz="2400" i="1">
                          <a:latin typeface="Cambria Math" panose="02040503050406030204" pitchFamily="18" charset="0"/>
                          <a:ea typeface="Cambria Math" panose="02040503050406030204" pitchFamily="18" charset="0"/>
                        </a:rPr>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b="0" i="1" dirty="0" smtClean="0">
                              <a:latin typeface="Cambria Math" panose="02040503050406030204" pitchFamily="18" charset="0"/>
                            </a:rPr>
                            <m:t>2</m:t>
                          </m:r>
                          <m:r>
                            <a:rPr lang="es-ES" sz="2400" i="1" dirty="0">
                              <a:latin typeface="Cambria Math" panose="02040503050406030204" pitchFamily="18" charset="0"/>
                            </a:rPr>
                            <m:t>3</m:t>
                          </m:r>
                        </m:sub>
                        <m:sup>
                          <m:r>
                            <a:rPr lang="es-ES" sz="2400" i="1" dirty="0">
                              <a:latin typeface="Cambria Math" panose="02040503050406030204" pitchFamily="18" charset="0"/>
                            </a:rPr>
                            <m:t>(1)</m:t>
                          </m:r>
                        </m:sup>
                      </m:sSubSup>
                      <m:sSub>
                        <m:sSubPr>
                          <m:ctrlPr>
                            <a:rPr lang="es-ES_tradnl" sz="2400" i="1" dirty="0">
                              <a:latin typeface="Cambria Math" panose="02040503050406030204" pitchFamily="18" charset="0"/>
                            </a:rPr>
                          </m:ctrlPr>
                        </m:sSubPr>
                        <m:e>
                          <m:r>
                            <a:rPr lang="es-ES" sz="2400" i="1" dirty="0">
                              <a:latin typeface="Cambria Math" panose="02040503050406030204" pitchFamily="18" charset="0"/>
                            </a:rPr>
                            <m:t>𝑥</m:t>
                          </m:r>
                        </m:e>
                        <m:sub>
                          <m:r>
                            <a:rPr lang="es-ES" sz="2400" i="1" dirty="0">
                              <a:latin typeface="Cambria Math" panose="02040503050406030204" pitchFamily="18" charset="0"/>
                            </a:rPr>
                            <m:t>3</m:t>
                          </m:r>
                        </m:sub>
                      </m:sSub>
                      <m:r>
                        <m:rPr>
                          <m:nor/>
                        </m:rPr>
                        <a:rPr lang="es-ES_tradnl" sz="2400" dirty="0"/>
                        <m:t>)</m:t>
                      </m:r>
                    </m:oMath>
                  </m:oMathPara>
                </a14:m>
                <a:endParaRPr lang="es-ES_tradnl" sz="2400" dirty="0"/>
              </a:p>
            </p:txBody>
          </p:sp>
        </mc:Choice>
        <mc:Fallback xmlns="">
          <p:sp>
            <p:nvSpPr>
              <p:cNvPr id="4" name="Rectángulo 3">
                <a:extLst>
                  <a:ext uri="{FF2B5EF4-FFF2-40B4-BE49-F238E27FC236}">
                    <a16:creationId xmlns:a16="http://schemas.microsoft.com/office/drawing/2014/main" id="{56102662-CE6F-ED46-8EEA-FD2E6AD3E907}"/>
                  </a:ext>
                </a:extLst>
              </p:cNvPr>
              <p:cNvSpPr>
                <a:spLocks noRot="1" noChangeAspect="1" noMove="1" noResize="1" noEditPoints="1" noAdjustHandles="1" noChangeArrowheads="1" noChangeShapeType="1" noTextEdit="1"/>
              </p:cNvSpPr>
              <p:nvPr/>
            </p:nvSpPr>
            <p:spPr>
              <a:xfrm>
                <a:off x="624610" y="2794030"/>
                <a:ext cx="6021328" cy="1020279"/>
              </a:xfrm>
              <a:prstGeom prst="rect">
                <a:avLst/>
              </a:prstGeom>
              <a:blipFill>
                <a:blip r:embed="rId2"/>
                <a:stretch>
                  <a:fillRect b="-7317"/>
                </a:stretch>
              </a:blipFill>
            </p:spPr>
            <p:txBody>
              <a:bodyPr/>
              <a:lstStyle/>
              <a:p>
                <a:r>
                  <a:rPr lang="es-ES_tradnl">
                    <a:noFill/>
                  </a:rPr>
                  <a:t> </a:t>
                </a:r>
              </a:p>
            </p:txBody>
          </p:sp>
        </mc:Fallback>
      </mc:AlternateContent>
      <p:sp>
        <p:nvSpPr>
          <p:cNvPr id="5" name="Anillo 4">
            <a:extLst>
              <a:ext uri="{FF2B5EF4-FFF2-40B4-BE49-F238E27FC236}">
                <a16:creationId xmlns:a16="http://schemas.microsoft.com/office/drawing/2014/main" id="{B0D0C63B-DA1B-F949-9AE7-0FF170E858C5}"/>
              </a:ext>
            </a:extLst>
          </p:cNvPr>
          <p:cNvSpPr/>
          <p:nvPr/>
        </p:nvSpPr>
        <p:spPr>
          <a:xfrm>
            <a:off x="191058" y="201334"/>
            <a:ext cx="447197" cy="439284"/>
          </a:xfrm>
          <a:prstGeom prst="donut">
            <a:avLst>
              <a:gd name="adj" fmla="val 12037"/>
            </a:avLst>
          </a:prstGeom>
          <a:ln>
            <a:solidFill>
              <a:schemeClr val="accent1">
                <a:lumMod val="40000"/>
                <a:lumOff val="60000"/>
              </a:schemeClr>
            </a:solidFill>
          </a:ln>
          <a:effectLst>
            <a:glow rad="139700">
              <a:schemeClr val="accent5">
                <a:satMod val="175000"/>
                <a:alpha val="40000"/>
              </a:schemeClr>
            </a:glow>
            <a:innerShdw blurRad="63500" dist="508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ln w="0"/>
              <a:gradFill>
                <a:gsLst>
                  <a:gs pos="21000">
                    <a:srgbClr val="53575C"/>
                  </a:gs>
                  <a:gs pos="88000">
                    <a:srgbClr val="C5C7CA"/>
                  </a:gs>
                </a:gsLst>
                <a:lin ang="5400000"/>
              </a:gradFill>
            </a:endParaRPr>
          </a:p>
        </p:txBody>
      </p:sp>
      <p:sp>
        <p:nvSpPr>
          <p:cNvPr id="6" name="Anillo 5">
            <a:extLst>
              <a:ext uri="{FF2B5EF4-FFF2-40B4-BE49-F238E27FC236}">
                <a16:creationId xmlns:a16="http://schemas.microsoft.com/office/drawing/2014/main" id="{C8F62BDD-8195-D049-AD85-61372CACBFC6}"/>
              </a:ext>
            </a:extLst>
          </p:cNvPr>
          <p:cNvSpPr/>
          <p:nvPr/>
        </p:nvSpPr>
        <p:spPr>
          <a:xfrm>
            <a:off x="188712" y="746363"/>
            <a:ext cx="447197" cy="439284"/>
          </a:xfrm>
          <a:prstGeom prst="donut">
            <a:avLst>
              <a:gd name="adj" fmla="val 12037"/>
            </a:avLst>
          </a:prstGeom>
          <a:ln>
            <a:solidFill>
              <a:schemeClr val="accent1">
                <a:lumMod val="40000"/>
                <a:lumOff val="60000"/>
              </a:schemeClr>
            </a:solidFill>
          </a:ln>
          <a:effectLst>
            <a:glow rad="139700">
              <a:schemeClr val="accent5">
                <a:satMod val="175000"/>
                <a:alpha val="40000"/>
              </a:schemeClr>
            </a:glow>
            <a:innerShdw blurRad="63500" dist="508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ln w="0"/>
              <a:gradFill>
                <a:gsLst>
                  <a:gs pos="21000">
                    <a:srgbClr val="53575C"/>
                  </a:gs>
                  <a:gs pos="88000">
                    <a:srgbClr val="C5C7CA"/>
                  </a:gs>
                </a:gsLst>
                <a:lin ang="5400000"/>
              </a:gradFill>
            </a:endParaRPr>
          </a:p>
        </p:txBody>
      </p:sp>
      <p:sp>
        <p:nvSpPr>
          <p:cNvPr id="7" name="Anillo 6">
            <a:extLst>
              <a:ext uri="{FF2B5EF4-FFF2-40B4-BE49-F238E27FC236}">
                <a16:creationId xmlns:a16="http://schemas.microsoft.com/office/drawing/2014/main" id="{99DAAA22-45B5-DE4B-B7E7-BAC287DD5156}"/>
              </a:ext>
            </a:extLst>
          </p:cNvPr>
          <p:cNvSpPr/>
          <p:nvPr/>
        </p:nvSpPr>
        <p:spPr>
          <a:xfrm>
            <a:off x="202357" y="1355886"/>
            <a:ext cx="447197" cy="439284"/>
          </a:xfrm>
          <a:prstGeom prst="donut">
            <a:avLst>
              <a:gd name="adj" fmla="val 12037"/>
            </a:avLst>
          </a:prstGeom>
          <a:ln>
            <a:solidFill>
              <a:schemeClr val="accent1">
                <a:lumMod val="40000"/>
                <a:lumOff val="60000"/>
              </a:schemeClr>
            </a:solidFill>
          </a:ln>
          <a:effectLst>
            <a:glow rad="139700">
              <a:schemeClr val="accent5">
                <a:satMod val="175000"/>
                <a:alpha val="40000"/>
              </a:schemeClr>
            </a:glow>
            <a:innerShdw blurRad="63500" dist="508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ln w="0"/>
              <a:gradFill>
                <a:gsLst>
                  <a:gs pos="21000">
                    <a:srgbClr val="53575C"/>
                  </a:gs>
                  <a:gs pos="88000">
                    <a:srgbClr val="C5C7CA"/>
                  </a:gs>
                </a:gsLst>
                <a:lin ang="5400000"/>
              </a:gradFill>
            </a:endParaRPr>
          </a:p>
        </p:txBody>
      </p:sp>
      <p:sp>
        <p:nvSpPr>
          <p:cNvPr id="8" name="Anillo 7">
            <a:extLst>
              <a:ext uri="{FF2B5EF4-FFF2-40B4-BE49-F238E27FC236}">
                <a16:creationId xmlns:a16="http://schemas.microsoft.com/office/drawing/2014/main" id="{A72E4333-8736-3A49-9E53-DBD3A481315C}"/>
              </a:ext>
            </a:extLst>
          </p:cNvPr>
          <p:cNvSpPr/>
          <p:nvPr/>
        </p:nvSpPr>
        <p:spPr>
          <a:xfrm>
            <a:off x="1532595" y="465583"/>
            <a:ext cx="447197" cy="439284"/>
          </a:xfrm>
          <a:prstGeom prst="donut">
            <a:avLst>
              <a:gd name="adj" fmla="val 12037"/>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FD72CDF-23E6-8043-B14F-591AD53CFEA2}"/>
                  </a:ext>
                </a:extLst>
              </p:cNvPr>
              <p:cNvSpPr txBox="1"/>
              <p:nvPr/>
            </p:nvSpPr>
            <p:spPr>
              <a:xfrm>
                <a:off x="714922" y="171922"/>
                <a:ext cx="141282" cy="1392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1</m:t>
                          </m:r>
                        </m:sub>
                      </m:sSub>
                    </m:oMath>
                  </m:oMathPara>
                </a14:m>
                <a:endParaRPr lang="es-ES_tradnl" dirty="0"/>
              </a:p>
            </p:txBody>
          </p:sp>
        </mc:Choice>
        <mc:Fallback xmlns="">
          <p:sp>
            <p:nvSpPr>
              <p:cNvPr id="9" name="CuadroTexto 8">
                <a:extLst>
                  <a:ext uri="{FF2B5EF4-FFF2-40B4-BE49-F238E27FC236}">
                    <a16:creationId xmlns:a16="http://schemas.microsoft.com/office/drawing/2014/main" id="{BFD72CDF-23E6-8043-B14F-591AD53CFEA2}"/>
                  </a:ext>
                </a:extLst>
              </p:cNvPr>
              <p:cNvSpPr txBox="1">
                <a:spLocks noRot="1" noChangeAspect="1" noMove="1" noResize="1" noEditPoints="1" noAdjustHandles="1" noChangeArrowheads="1" noChangeShapeType="1" noTextEdit="1"/>
              </p:cNvSpPr>
              <p:nvPr/>
            </p:nvSpPr>
            <p:spPr>
              <a:xfrm>
                <a:off x="714922" y="171922"/>
                <a:ext cx="141282" cy="139233"/>
              </a:xfrm>
              <a:prstGeom prst="rect">
                <a:avLst/>
              </a:prstGeom>
              <a:blipFill>
                <a:blip r:embed="rId3"/>
                <a:stretch>
                  <a:fillRect l="-41667" r="-83333" b="-11666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61C53869-0D5A-C044-816C-980101D2B7C4}"/>
                  </a:ext>
                </a:extLst>
              </p:cNvPr>
              <p:cNvSpPr txBox="1"/>
              <p:nvPr/>
            </p:nvSpPr>
            <p:spPr>
              <a:xfrm>
                <a:off x="624610" y="603351"/>
                <a:ext cx="144005" cy="1392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2</m:t>
                          </m:r>
                        </m:sub>
                      </m:sSub>
                    </m:oMath>
                  </m:oMathPara>
                </a14:m>
                <a:endParaRPr lang="es-ES_tradnl" dirty="0"/>
              </a:p>
            </p:txBody>
          </p:sp>
        </mc:Choice>
        <mc:Fallback xmlns="">
          <p:sp>
            <p:nvSpPr>
              <p:cNvPr id="10" name="CuadroTexto 9">
                <a:extLst>
                  <a:ext uri="{FF2B5EF4-FFF2-40B4-BE49-F238E27FC236}">
                    <a16:creationId xmlns:a16="http://schemas.microsoft.com/office/drawing/2014/main" id="{61C53869-0D5A-C044-816C-980101D2B7C4}"/>
                  </a:ext>
                </a:extLst>
              </p:cNvPr>
              <p:cNvSpPr txBox="1">
                <a:spLocks noRot="1" noChangeAspect="1" noMove="1" noResize="1" noEditPoints="1" noAdjustHandles="1" noChangeArrowheads="1" noChangeShapeType="1" noTextEdit="1"/>
              </p:cNvSpPr>
              <p:nvPr/>
            </p:nvSpPr>
            <p:spPr>
              <a:xfrm>
                <a:off x="624610" y="603351"/>
                <a:ext cx="144005" cy="139233"/>
              </a:xfrm>
              <a:prstGeom prst="rect">
                <a:avLst/>
              </a:prstGeom>
              <a:blipFill>
                <a:blip r:embed="rId4"/>
                <a:stretch>
                  <a:fillRect l="-30769" r="-76923" b="-11666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C7D88B35-C61F-7443-BBD3-864AB8607F8A}"/>
                  </a:ext>
                </a:extLst>
              </p:cNvPr>
              <p:cNvSpPr txBox="1"/>
              <p:nvPr/>
            </p:nvSpPr>
            <p:spPr>
              <a:xfrm>
                <a:off x="712199" y="1503726"/>
                <a:ext cx="144005" cy="1392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3</m:t>
                          </m:r>
                        </m:sub>
                      </m:sSub>
                    </m:oMath>
                  </m:oMathPara>
                </a14:m>
                <a:endParaRPr lang="es-ES_tradnl" dirty="0"/>
              </a:p>
            </p:txBody>
          </p:sp>
        </mc:Choice>
        <mc:Fallback xmlns="">
          <p:sp>
            <p:nvSpPr>
              <p:cNvPr id="11" name="CuadroTexto 10">
                <a:extLst>
                  <a:ext uri="{FF2B5EF4-FFF2-40B4-BE49-F238E27FC236}">
                    <a16:creationId xmlns:a16="http://schemas.microsoft.com/office/drawing/2014/main" id="{C7D88B35-C61F-7443-BBD3-864AB8607F8A}"/>
                  </a:ext>
                </a:extLst>
              </p:cNvPr>
              <p:cNvSpPr txBox="1">
                <a:spLocks noRot="1" noChangeAspect="1" noMove="1" noResize="1" noEditPoints="1" noAdjustHandles="1" noChangeArrowheads="1" noChangeShapeType="1" noTextEdit="1"/>
              </p:cNvSpPr>
              <p:nvPr/>
            </p:nvSpPr>
            <p:spPr>
              <a:xfrm>
                <a:off x="712199" y="1503726"/>
                <a:ext cx="144005" cy="139233"/>
              </a:xfrm>
              <a:prstGeom prst="rect">
                <a:avLst/>
              </a:prstGeom>
              <a:blipFill>
                <a:blip r:embed="rId5"/>
                <a:stretch>
                  <a:fillRect l="-41667" r="-83333" b="-116667"/>
                </a:stretch>
              </a:blipFill>
            </p:spPr>
            <p:txBody>
              <a:bodyPr/>
              <a:lstStyle/>
              <a:p>
                <a:r>
                  <a:rPr lang="es-ES_tradnl">
                    <a:noFill/>
                  </a:rPr>
                  <a:t> </a:t>
                </a:r>
              </a:p>
            </p:txBody>
          </p:sp>
        </mc:Fallback>
      </mc:AlternateContent>
      <p:cxnSp>
        <p:nvCxnSpPr>
          <p:cNvPr id="12" name="Conector recto de flecha 11">
            <a:extLst>
              <a:ext uri="{FF2B5EF4-FFF2-40B4-BE49-F238E27FC236}">
                <a16:creationId xmlns:a16="http://schemas.microsoft.com/office/drawing/2014/main" id="{1AE73743-8EE8-3947-98F3-CC071240C8DC}"/>
              </a:ext>
            </a:extLst>
          </p:cNvPr>
          <p:cNvCxnSpPr>
            <a:cxnSpLocks/>
            <a:stCxn id="5" idx="6"/>
            <a:endCxn id="8" idx="2"/>
          </p:cNvCxnSpPr>
          <p:nvPr/>
        </p:nvCxnSpPr>
        <p:spPr>
          <a:xfrm>
            <a:off x="638255" y="420976"/>
            <a:ext cx="894340" cy="2642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Conector recto de flecha 12">
            <a:extLst>
              <a:ext uri="{FF2B5EF4-FFF2-40B4-BE49-F238E27FC236}">
                <a16:creationId xmlns:a16="http://schemas.microsoft.com/office/drawing/2014/main" id="{626C15F5-2F3E-D04C-9648-D1EE35720AE0}"/>
              </a:ext>
            </a:extLst>
          </p:cNvPr>
          <p:cNvCxnSpPr>
            <a:cxnSpLocks/>
            <a:stCxn id="6" idx="6"/>
            <a:endCxn id="8" idx="2"/>
          </p:cNvCxnSpPr>
          <p:nvPr/>
        </p:nvCxnSpPr>
        <p:spPr>
          <a:xfrm flipV="1">
            <a:off x="635909" y="685225"/>
            <a:ext cx="896686" cy="2807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ector recto de flecha 13">
            <a:extLst>
              <a:ext uri="{FF2B5EF4-FFF2-40B4-BE49-F238E27FC236}">
                <a16:creationId xmlns:a16="http://schemas.microsoft.com/office/drawing/2014/main" id="{3715A550-7F7B-844C-A223-43FF8A0D273B}"/>
              </a:ext>
            </a:extLst>
          </p:cNvPr>
          <p:cNvCxnSpPr>
            <a:cxnSpLocks/>
            <a:stCxn id="7" idx="6"/>
            <a:endCxn id="8" idx="2"/>
          </p:cNvCxnSpPr>
          <p:nvPr/>
        </p:nvCxnSpPr>
        <p:spPr>
          <a:xfrm flipV="1">
            <a:off x="649554" y="685225"/>
            <a:ext cx="883041" cy="8903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8CDD4380-CEDC-4B49-B4B3-5F72A7B0FBC7}"/>
              </a:ext>
            </a:extLst>
          </p:cNvPr>
          <p:cNvCxnSpPr>
            <a:cxnSpLocks/>
            <a:stCxn id="8" idx="6"/>
            <a:endCxn id="22" idx="2"/>
          </p:cNvCxnSpPr>
          <p:nvPr/>
        </p:nvCxnSpPr>
        <p:spPr>
          <a:xfrm>
            <a:off x="1979792" y="685225"/>
            <a:ext cx="709817" cy="2901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Anillo 15">
            <a:extLst>
              <a:ext uri="{FF2B5EF4-FFF2-40B4-BE49-F238E27FC236}">
                <a16:creationId xmlns:a16="http://schemas.microsoft.com/office/drawing/2014/main" id="{80294D50-C9F9-254B-ADA9-5CC4BD97A9E3}"/>
              </a:ext>
            </a:extLst>
          </p:cNvPr>
          <p:cNvSpPr/>
          <p:nvPr/>
        </p:nvSpPr>
        <p:spPr>
          <a:xfrm>
            <a:off x="1543894" y="1064442"/>
            <a:ext cx="447197" cy="439284"/>
          </a:xfrm>
          <a:prstGeom prst="donut">
            <a:avLst>
              <a:gd name="adj" fmla="val 12037"/>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389C727C-8E5D-3440-AEB9-C624C7DA97F1}"/>
                  </a:ext>
                </a:extLst>
              </p:cNvPr>
              <p:cNvSpPr txBox="1"/>
              <p:nvPr/>
            </p:nvSpPr>
            <p:spPr>
              <a:xfrm>
                <a:off x="2002201" y="376472"/>
                <a:ext cx="197224" cy="15457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s-ES_tradnl" sz="1600" i="1" smtClean="0">
                              <a:latin typeface="Cambria Math" panose="02040503050406030204" pitchFamily="18" charset="0"/>
                            </a:rPr>
                          </m:ctrlPr>
                        </m:sSubSupPr>
                        <m:e>
                          <m:r>
                            <a:rPr lang="es-ES" sz="1600" b="0" i="1" smtClean="0">
                              <a:latin typeface="Cambria Math" panose="02040503050406030204" pitchFamily="18" charset="0"/>
                            </a:rPr>
                            <m:t>𝑎</m:t>
                          </m:r>
                        </m:e>
                        <m:sub>
                          <m:r>
                            <a:rPr lang="es-ES" sz="1600" b="0" i="1" smtClean="0">
                              <a:latin typeface="Cambria Math" panose="02040503050406030204" pitchFamily="18" charset="0"/>
                            </a:rPr>
                            <m:t>1</m:t>
                          </m:r>
                        </m:sub>
                        <m:sup>
                          <m:r>
                            <a:rPr lang="es-ES" sz="1600" b="0" i="1" smtClean="0">
                              <a:latin typeface="Cambria Math" panose="02040503050406030204" pitchFamily="18" charset="0"/>
                            </a:rPr>
                            <m:t>(2)</m:t>
                          </m:r>
                        </m:sup>
                      </m:sSubSup>
                    </m:oMath>
                  </m:oMathPara>
                </a14:m>
                <a:endParaRPr lang="es-ES_tradnl" sz="1600" dirty="0"/>
              </a:p>
            </p:txBody>
          </p:sp>
        </mc:Choice>
        <mc:Fallback xmlns="">
          <p:sp>
            <p:nvSpPr>
              <p:cNvPr id="17" name="CuadroTexto 16">
                <a:extLst>
                  <a:ext uri="{FF2B5EF4-FFF2-40B4-BE49-F238E27FC236}">
                    <a16:creationId xmlns:a16="http://schemas.microsoft.com/office/drawing/2014/main" id="{389C727C-8E5D-3440-AEB9-C624C7DA97F1}"/>
                  </a:ext>
                </a:extLst>
              </p:cNvPr>
              <p:cNvSpPr txBox="1">
                <a:spLocks noRot="1" noChangeAspect="1" noMove="1" noResize="1" noEditPoints="1" noAdjustHandles="1" noChangeArrowheads="1" noChangeShapeType="1" noTextEdit="1"/>
              </p:cNvSpPr>
              <p:nvPr/>
            </p:nvSpPr>
            <p:spPr>
              <a:xfrm>
                <a:off x="2002201" y="376472"/>
                <a:ext cx="197224" cy="154574"/>
              </a:xfrm>
              <a:prstGeom prst="rect">
                <a:avLst/>
              </a:prstGeom>
              <a:blipFill>
                <a:blip r:embed="rId6"/>
                <a:stretch>
                  <a:fillRect l="-23529" t="-7692" r="-94118" b="-123077"/>
                </a:stretch>
              </a:blipFill>
            </p:spPr>
            <p:txBody>
              <a:bodyPr/>
              <a:lstStyle/>
              <a:p>
                <a:r>
                  <a:rPr lang="es-ES_tradnl">
                    <a:noFill/>
                  </a:rPr>
                  <a:t> </a:t>
                </a:r>
              </a:p>
            </p:txBody>
          </p:sp>
        </mc:Fallback>
      </mc:AlternateContent>
      <p:cxnSp>
        <p:nvCxnSpPr>
          <p:cNvPr id="18" name="Conector recto de flecha 17">
            <a:extLst>
              <a:ext uri="{FF2B5EF4-FFF2-40B4-BE49-F238E27FC236}">
                <a16:creationId xmlns:a16="http://schemas.microsoft.com/office/drawing/2014/main" id="{BF06EF38-796D-8040-9C3D-8A7F902704A0}"/>
              </a:ext>
            </a:extLst>
          </p:cNvPr>
          <p:cNvCxnSpPr>
            <a:cxnSpLocks/>
            <a:stCxn id="5" idx="6"/>
            <a:endCxn id="16" idx="2"/>
          </p:cNvCxnSpPr>
          <p:nvPr/>
        </p:nvCxnSpPr>
        <p:spPr>
          <a:xfrm>
            <a:off x="638255" y="420976"/>
            <a:ext cx="905639" cy="8631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ector recto de flecha 18">
            <a:extLst>
              <a:ext uri="{FF2B5EF4-FFF2-40B4-BE49-F238E27FC236}">
                <a16:creationId xmlns:a16="http://schemas.microsoft.com/office/drawing/2014/main" id="{A8BD1FA6-F513-3741-8001-4382A9DCB367}"/>
              </a:ext>
            </a:extLst>
          </p:cNvPr>
          <p:cNvCxnSpPr>
            <a:cxnSpLocks/>
            <a:stCxn id="6" idx="6"/>
            <a:endCxn id="16" idx="2"/>
          </p:cNvCxnSpPr>
          <p:nvPr/>
        </p:nvCxnSpPr>
        <p:spPr>
          <a:xfrm>
            <a:off x="635909" y="966005"/>
            <a:ext cx="907985" cy="3180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Conector recto de flecha 19">
            <a:extLst>
              <a:ext uri="{FF2B5EF4-FFF2-40B4-BE49-F238E27FC236}">
                <a16:creationId xmlns:a16="http://schemas.microsoft.com/office/drawing/2014/main" id="{98CFC0D5-2056-9F4F-AA14-3EA3186DB181}"/>
              </a:ext>
            </a:extLst>
          </p:cNvPr>
          <p:cNvCxnSpPr>
            <a:cxnSpLocks/>
            <a:stCxn id="7" idx="6"/>
            <a:endCxn id="16" idx="2"/>
          </p:cNvCxnSpPr>
          <p:nvPr/>
        </p:nvCxnSpPr>
        <p:spPr>
          <a:xfrm flipV="1">
            <a:off x="649554" y="1284084"/>
            <a:ext cx="894340" cy="291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ector recto de flecha 20">
            <a:extLst>
              <a:ext uri="{FF2B5EF4-FFF2-40B4-BE49-F238E27FC236}">
                <a16:creationId xmlns:a16="http://schemas.microsoft.com/office/drawing/2014/main" id="{982D41B7-D841-C045-8587-AA8FB922FCA9}"/>
              </a:ext>
            </a:extLst>
          </p:cNvPr>
          <p:cNvCxnSpPr>
            <a:cxnSpLocks/>
            <a:stCxn id="16" idx="6"/>
            <a:endCxn id="22" idx="2"/>
          </p:cNvCxnSpPr>
          <p:nvPr/>
        </p:nvCxnSpPr>
        <p:spPr>
          <a:xfrm flipV="1">
            <a:off x="1991091" y="975331"/>
            <a:ext cx="698518" cy="3087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Anillo 21">
            <a:extLst>
              <a:ext uri="{FF2B5EF4-FFF2-40B4-BE49-F238E27FC236}">
                <a16:creationId xmlns:a16="http://schemas.microsoft.com/office/drawing/2014/main" id="{B5150FE6-E4CC-8B42-A493-B3071383F1AC}"/>
              </a:ext>
            </a:extLst>
          </p:cNvPr>
          <p:cNvSpPr/>
          <p:nvPr/>
        </p:nvSpPr>
        <p:spPr>
          <a:xfrm>
            <a:off x="2689610" y="755689"/>
            <a:ext cx="447197" cy="439284"/>
          </a:xfrm>
          <a:prstGeom prst="donut">
            <a:avLst>
              <a:gd name="adj" fmla="val 12037"/>
            </a:avLst>
          </a:prstGeom>
          <a:effectLst>
            <a:glow rad="228600">
              <a:schemeClr val="accent3">
                <a:satMod val="175000"/>
                <a:alpha val="40000"/>
              </a:schemeClr>
            </a:glow>
            <a:outerShdw blurRad="40000" dist="23000" dir="5400000" rotWithShape="0">
              <a:srgbClr val="000000">
                <a:alpha val="35000"/>
              </a:srgbClr>
            </a:outerShdw>
          </a:effectLst>
        </p:spPr>
        <p:style>
          <a:lnRef idx="1">
            <a:schemeClr val="accent3"/>
          </a:lnRef>
          <a:fillRef idx="3">
            <a:schemeClr val="accent3"/>
          </a:fillRef>
          <a:effectRef idx="2">
            <a:schemeClr val="accent3"/>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23" name="Rectángulo 22">
                <a:extLst>
                  <a:ext uri="{FF2B5EF4-FFF2-40B4-BE49-F238E27FC236}">
                    <a16:creationId xmlns:a16="http://schemas.microsoft.com/office/drawing/2014/main" id="{06AD263E-A206-964F-B4C2-84E5E5BBD766}"/>
                  </a:ext>
                </a:extLst>
              </p:cNvPr>
              <p:cNvSpPr/>
              <p:nvPr/>
            </p:nvSpPr>
            <p:spPr>
              <a:xfrm>
                <a:off x="1979792" y="1193010"/>
                <a:ext cx="291717" cy="20659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s-ES_tradnl" sz="1600" i="1" smtClean="0">
                              <a:latin typeface="Cambria Math" panose="02040503050406030204" pitchFamily="18" charset="0"/>
                            </a:rPr>
                          </m:ctrlPr>
                        </m:sSubSupPr>
                        <m:e>
                          <m:r>
                            <a:rPr lang="es-ES" sz="1600" i="1">
                              <a:latin typeface="Cambria Math" panose="02040503050406030204" pitchFamily="18" charset="0"/>
                            </a:rPr>
                            <m:t>𝑎</m:t>
                          </m:r>
                        </m:e>
                        <m:sub>
                          <m:r>
                            <a:rPr lang="es-ES" sz="1600" b="0" i="1" smtClean="0">
                              <a:latin typeface="Cambria Math" panose="02040503050406030204" pitchFamily="18" charset="0"/>
                            </a:rPr>
                            <m:t>2</m:t>
                          </m:r>
                        </m:sub>
                        <m:sup>
                          <m:r>
                            <a:rPr lang="es-ES" sz="1600" i="1">
                              <a:latin typeface="Cambria Math" panose="02040503050406030204" pitchFamily="18" charset="0"/>
                            </a:rPr>
                            <m:t>(2)</m:t>
                          </m:r>
                        </m:sup>
                      </m:sSubSup>
                    </m:oMath>
                  </m:oMathPara>
                </a14:m>
                <a:endParaRPr lang="es-ES_tradnl" sz="1600" dirty="0"/>
              </a:p>
            </p:txBody>
          </p:sp>
        </mc:Choice>
        <mc:Fallback xmlns="">
          <p:sp>
            <p:nvSpPr>
              <p:cNvPr id="23" name="Rectángulo 22">
                <a:extLst>
                  <a:ext uri="{FF2B5EF4-FFF2-40B4-BE49-F238E27FC236}">
                    <a16:creationId xmlns:a16="http://schemas.microsoft.com/office/drawing/2014/main" id="{06AD263E-A206-964F-B4C2-84E5E5BBD766}"/>
                  </a:ext>
                </a:extLst>
              </p:cNvPr>
              <p:cNvSpPr>
                <a:spLocks noRot="1" noChangeAspect="1" noMove="1" noResize="1" noEditPoints="1" noAdjustHandles="1" noChangeArrowheads="1" noChangeShapeType="1" noTextEdit="1"/>
              </p:cNvSpPr>
              <p:nvPr/>
            </p:nvSpPr>
            <p:spPr>
              <a:xfrm>
                <a:off x="1979792" y="1193010"/>
                <a:ext cx="291717" cy="206593"/>
              </a:xfrm>
              <a:prstGeom prst="rect">
                <a:avLst/>
              </a:prstGeom>
              <a:blipFill>
                <a:blip r:embed="rId7"/>
                <a:stretch>
                  <a:fillRect r="-62500" b="-88235"/>
                </a:stretch>
              </a:blipFill>
            </p:spPr>
            <p:txBody>
              <a:bodyPr/>
              <a:lstStyle/>
              <a:p>
                <a:r>
                  <a:rPr lang="es-ES_tradnl">
                    <a:noFill/>
                  </a:rPr>
                  <a:t> </a:t>
                </a:r>
              </a:p>
            </p:txBody>
          </p:sp>
        </mc:Fallback>
      </mc:AlternateContent>
      <p:cxnSp>
        <p:nvCxnSpPr>
          <p:cNvPr id="24" name="Conector recto de flecha 23">
            <a:extLst>
              <a:ext uri="{FF2B5EF4-FFF2-40B4-BE49-F238E27FC236}">
                <a16:creationId xmlns:a16="http://schemas.microsoft.com/office/drawing/2014/main" id="{D9DEA48F-55D2-4944-A254-D7BBE29D94CC}"/>
              </a:ext>
            </a:extLst>
          </p:cNvPr>
          <p:cNvCxnSpPr>
            <a:stCxn id="22" idx="6"/>
          </p:cNvCxnSpPr>
          <p:nvPr/>
        </p:nvCxnSpPr>
        <p:spPr>
          <a:xfrm flipV="1">
            <a:off x="3136807" y="974483"/>
            <a:ext cx="399443" cy="8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Rectángulo 24">
                <a:extLst>
                  <a:ext uri="{FF2B5EF4-FFF2-40B4-BE49-F238E27FC236}">
                    <a16:creationId xmlns:a16="http://schemas.microsoft.com/office/drawing/2014/main" id="{C09E7DA9-3583-944E-BBE4-6BD0E533494F}"/>
                  </a:ext>
                </a:extLst>
              </p:cNvPr>
              <p:cNvSpPr/>
              <p:nvPr/>
            </p:nvSpPr>
            <p:spPr>
              <a:xfrm>
                <a:off x="3114865" y="596673"/>
                <a:ext cx="765951" cy="369332"/>
              </a:xfrm>
              <a:prstGeom prst="rect">
                <a:avLst/>
              </a:prstGeom>
            </p:spPr>
            <p:txBody>
              <a:bodyPr wrap="square">
                <a:spAutoFit/>
              </a:bodyPr>
              <a:lstStyle/>
              <a:p>
                <a14:m>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𝐹</m:t>
                        </m:r>
                      </m:e>
                      <m:sub>
                        <m:r>
                          <a:rPr lang="es-ES" i="1" smtClean="0">
                            <a:latin typeface="Cambria Math" panose="02040503050406030204" pitchFamily="18" charset="0"/>
                            <a:ea typeface="Cambria Math" panose="02040503050406030204" pitchFamily="18" charset="0"/>
                          </a:rPr>
                          <m:t>𝚯</m:t>
                        </m:r>
                      </m:sub>
                    </m:sSub>
                  </m:oMath>
                </a14:m>
                <a:r>
                  <a:rPr lang="es-ES_tradnl" dirty="0"/>
                  <a:t>(</a:t>
                </a:r>
                <a:r>
                  <a:rPr lang="es-ES_tradnl" b="1" dirty="0"/>
                  <a:t>x</a:t>
                </a:r>
                <a:r>
                  <a:rPr lang="es-ES_tradnl" dirty="0"/>
                  <a:t>)</a:t>
                </a:r>
              </a:p>
            </p:txBody>
          </p:sp>
        </mc:Choice>
        <mc:Fallback xmlns="">
          <p:sp>
            <p:nvSpPr>
              <p:cNvPr id="25" name="Rectángulo 24">
                <a:extLst>
                  <a:ext uri="{FF2B5EF4-FFF2-40B4-BE49-F238E27FC236}">
                    <a16:creationId xmlns:a16="http://schemas.microsoft.com/office/drawing/2014/main" id="{C09E7DA9-3583-944E-BBE4-6BD0E533494F}"/>
                  </a:ext>
                </a:extLst>
              </p:cNvPr>
              <p:cNvSpPr>
                <a:spLocks noRot="1" noChangeAspect="1" noMove="1" noResize="1" noEditPoints="1" noAdjustHandles="1" noChangeArrowheads="1" noChangeShapeType="1" noTextEdit="1"/>
              </p:cNvSpPr>
              <p:nvPr/>
            </p:nvSpPr>
            <p:spPr>
              <a:xfrm>
                <a:off x="3114865" y="596673"/>
                <a:ext cx="765951" cy="369332"/>
              </a:xfrm>
              <a:prstGeom prst="rect">
                <a:avLst/>
              </a:prstGeom>
              <a:blipFill>
                <a:blip r:embed="rId8"/>
                <a:stretch>
                  <a:fillRect t="-10345" b="-27586"/>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288DD261-C89A-3B40-9AC7-D80A3139740E}"/>
                  </a:ext>
                </a:extLst>
              </p:cNvPr>
              <p:cNvSpPr txBox="1"/>
              <p:nvPr/>
            </p:nvSpPr>
            <p:spPr>
              <a:xfrm>
                <a:off x="3216549" y="1554428"/>
                <a:ext cx="8444148" cy="1093697"/>
              </a:xfrm>
              <a:prstGeom prst="rect">
                <a:avLst/>
              </a:prstGeom>
              <a:noFill/>
            </p:spPr>
            <p:txBody>
              <a:bodyPr wrap="square" rtlCol="0">
                <a:spAutoFit/>
              </a:bodyPr>
              <a:lstStyle/>
              <a:p>
                <a14:m>
                  <m:oMath xmlns:m="http://schemas.openxmlformats.org/officeDocument/2006/math">
                    <m:sSubSup>
                      <m:sSubSupPr>
                        <m:ctrlPr>
                          <a:rPr lang="es-ES_tradnl" i="1" smtClean="0">
                            <a:latin typeface="Cambria Math" panose="02040503050406030204" pitchFamily="18" charset="0"/>
                          </a:rPr>
                        </m:ctrlPr>
                      </m:sSubSupPr>
                      <m:e>
                        <m:r>
                          <a:rPr lang="es-ES" i="1">
                            <a:latin typeface="Cambria Math" panose="02040503050406030204" pitchFamily="18" charset="0"/>
                          </a:rPr>
                          <m:t>𝑎</m:t>
                        </m:r>
                      </m:e>
                      <m:sub>
                        <m:r>
                          <a:rPr lang="es-ES" b="0" i="1" smtClean="0">
                            <a:latin typeface="Cambria Math" panose="02040503050406030204" pitchFamily="18" charset="0"/>
                          </a:rPr>
                          <m:t>𝑖</m:t>
                        </m:r>
                      </m:sub>
                      <m:sup>
                        <m:r>
                          <a:rPr lang="es-ES" i="1">
                            <a:latin typeface="Cambria Math" panose="02040503050406030204" pitchFamily="18" charset="0"/>
                          </a:rPr>
                          <m:t>(</m:t>
                        </m:r>
                        <m:r>
                          <a:rPr lang="es-ES" b="0" i="1" smtClean="0">
                            <a:latin typeface="Cambria Math" panose="02040503050406030204" pitchFamily="18" charset="0"/>
                          </a:rPr>
                          <m:t>𝑗</m:t>
                        </m:r>
                        <m:r>
                          <a:rPr lang="es-ES" i="1">
                            <a:latin typeface="Cambria Math" panose="02040503050406030204" pitchFamily="18" charset="0"/>
                          </a:rPr>
                          <m:t>)</m:t>
                        </m:r>
                      </m:sup>
                    </m:sSubSup>
                  </m:oMath>
                </a14:m>
                <a:r>
                  <a:rPr lang="es-ES_tradnl" dirty="0"/>
                  <a:t> denota la activación de la neurona i en la capa j</a:t>
                </a:r>
              </a:p>
              <a:p>
                <a14:m>
                  <m:oMath xmlns:m="http://schemas.openxmlformats.org/officeDocument/2006/math">
                    <m:sSubSup>
                      <m:sSubSupPr>
                        <m:ctrlPr>
                          <a:rPr lang="es-ES_tradnl" i="1" dirty="0">
                            <a:latin typeface="Cambria Math" panose="02040503050406030204" pitchFamily="18" charset="0"/>
                          </a:rPr>
                        </m:ctrlPr>
                      </m:sSubSupPr>
                      <m:e>
                        <m:r>
                          <m:rPr>
                            <m:sty m:val="p"/>
                          </m:rPr>
                          <a:rPr lang="es-ES">
                            <a:latin typeface="Cambria Math" panose="02040503050406030204" pitchFamily="18" charset="0"/>
                            <a:ea typeface="Cambria Math" panose="02040503050406030204" pitchFamily="18" charset="0"/>
                          </a:rPr>
                          <m:t>Θ</m:t>
                        </m:r>
                      </m:e>
                      <m:sub>
                        <m:r>
                          <a:rPr lang="es-ES" b="0" i="1" smtClean="0">
                            <a:latin typeface="Cambria Math" panose="02040503050406030204" pitchFamily="18" charset="0"/>
                            <a:ea typeface="Cambria Math" panose="02040503050406030204" pitchFamily="18" charset="0"/>
                          </a:rPr>
                          <m:t>𝑘</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𝑙</m:t>
                        </m:r>
                      </m:sub>
                      <m:sup>
                        <m:r>
                          <a:rPr lang="es-ES" i="1" dirty="0">
                            <a:latin typeface="Cambria Math" panose="02040503050406030204" pitchFamily="18" charset="0"/>
                          </a:rPr>
                          <m:t>(</m:t>
                        </m:r>
                        <m:r>
                          <a:rPr lang="es-ES" b="0" i="1" dirty="0" smtClean="0">
                            <a:latin typeface="Cambria Math" panose="02040503050406030204" pitchFamily="18" charset="0"/>
                          </a:rPr>
                          <m:t>𝑗</m:t>
                        </m:r>
                        <m:r>
                          <a:rPr lang="es-ES" b="0" i="1" dirty="0" smtClean="0">
                            <a:latin typeface="Cambria Math" panose="02040503050406030204" pitchFamily="18" charset="0"/>
                          </a:rPr>
                          <m:t>−1)</m:t>
                        </m:r>
                      </m:sup>
                    </m:sSubSup>
                  </m:oMath>
                </a14:m>
                <a:r>
                  <a:rPr lang="es-ES_tradnl" dirty="0"/>
                  <a:t> denota un componente de la matriz </a:t>
                </a:r>
                <a14:m>
                  <m:oMath xmlns:m="http://schemas.openxmlformats.org/officeDocument/2006/math">
                    <m:sSup>
                      <m:sSupPr>
                        <m:ctrlPr>
                          <a:rPr lang="es-ES_tradnl" i="1" dirty="0" smtClean="0">
                            <a:latin typeface="Cambria Math" panose="02040503050406030204" pitchFamily="18" charset="0"/>
                          </a:rPr>
                        </m:ctrlPr>
                      </m:sSupPr>
                      <m:e>
                        <m:r>
                          <a:rPr lang="es-ES" b="1" i="1">
                            <a:latin typeface="Cambria Math" panose="02040503050406030204" pitchFamily="18" charset="0"/>
                            <a:ea typeface="Cambria Math" panose="02040503050406030204" pitchFamily="18" charset="0"/>
                          </a:rPr>
                          <m:t>𝚯</m:t>
                        </m:r>
                      </m:e>
                      <m:sup>
                        <m:r>
                          <a:rPr lang="es-ES" i="1" dirty="0">
                            <a:latin typeface="Cambria Math" panose="02040503050406030204" pitchFamily="18" charset="0"/>
                          </a:rPr>
                          <m:t>(</m:t>
                        </m:r>
                        <m:r>
                          <a:rPr lang="es-ES" i="1" dirty="0">
                            <a:latin typeface="Cambria Math" panose="02040503050406030204" pitchFamily="18" charset="0"/>
                          </a:rPr>
                          <m:t>𝑗</m:t>
                        </m:r>
                        <m:r>
                          <a:rPr lang="es-ES" b="0" i="1" dirty="0" smtClean="0">
                            <a:latin typeface="Cambria Math" panose="02040503050406030204" pitchFamily="18" charset="0"/>
                          </a:rPr>
                          <m:t>−1</m:t>
                        </m:r>
                        <m:r>
                          <a:rPr lang="es-ES" i="1" dirty="0">
                            <a:latin typeface="Cambria Math" panose="02040503050406030204" pitchFamily="18" charset="0"/>
                          </a:rPr>
                          <m:t>)</m:t>
                        </m:r>
                      </m:sup>
                    </m:sSup>
                  </m:oMath>
                </a14:m>
                <a:r>
                  <a:rPr lang="es-ES_tradnl" dirty="0"/>
                  <a:t>, que mapea los “pesos” de la combinación lineal de la salida de la capa j. </a:t>
                </a:r>
              </a:p>
            </p:txBody>
          </p:sp>
        </mc:Choice>
        <mc:Fallback xmlns="">
          <p:sp>
            <p:nvSpPr>
              <p:cNvPr id="30" name="CuadroTexto 29">
                <a:extLst>
                  <a:ext uri="{FF2B5EF4-FFF2-40B4-BE49-F238E27FC236}">
                    <a16:creationId xmlns:a16="http://schemas.microsoft.com/office/drawing/2014/main" id="{288DD261-C89A-3B40-9AC7-D80A3139740E}"/>
                  </a:ext>
                </a:extLst>
              </p:cNvPr>
              <p:cNvSpPr txBox="1">
                <a:spLocks noRot="1" noChangeAspect="1" noMove="1" noResize="1" noEditPoints="1" noAdjustHandles="1" noChangeArrowheads="1" noChangeShapeType="1" noTextEdit="1"/>
              </p:cNvSpPr>
              <p:nvPr/>
            </p:nvSpPr>
            <p:spPr>
              <a:xfrm>
                <a:off x="3216549" y="1554428"/>
                <a:ext cx="8444148" cy="1093697"/>
              </a:xfrm>
              <a:prstGeom prst="rect">
                <a:avLst/>
              </a:prstGeom>
              <a:blipFill>
                <a:blip r:embed="rId9"/>
                <a:stretch>
                  <a:fillRect l="-601" b="-8046"/>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1" name="Rectángulo 30">
                <a:extLst>
                  <a:ext uri="{FF2B5EF4-FFF2-40B4-BE49-F238E27FC236}">
                    <a16:creationId xmlns:a16="http://schemas.microsoft.com/office/drawing/2014/main" id="{DA865EFB-934A-A34F-96A4-0152BFBF0A74}"/>
                  </a:ext>
                </a:extLst>
              </p:cNvPr>
              <p:cNvSpPr/>
              <p:nvPr/>
            </p:nvSpPr>
            <p:spPr>
              <a:xfrm>
                <a:off x="8786528" y="3704651"/>
                <a:ext cx="1740605"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ea typeface="Cambria Math" panose="02040503050406030204" pitchFamily="18" charset="0"/>
                        </a:rPr>
                        <m:t>𝑔</m:t>
                      </m:r>
                      <m:r>
                        <a:rPr lang="es-ES_tradnl" i="1" dirty="0">
                          <a:latin typeface="Cambria Math" panose="02040503050406030204" pitchFamily="18" charset="0"/>
                        </a:rPr>
                        <m:t>(</m:t>
                      </m:r>
                      <m:r>
                        <a:rPr lang="es-ES" b="0" i="1" dirty="0" smtClean="0">
                          <a:latin typeface="Cambria Math" panose="02040503050406030204" pitchFamily="18" charset="0"/>
                        </a:rPr>
                        <m:t>𝑧</m:t>
                      </m:r>
                      <m:r>
                        <a:rPr lang="es-ES_tradnl" i="1" dirty="0">
                          <a:latin typeface="Cambria Math" panose="02040503050406030204" pitchFamily="18" charset="0"/>
                        </a:rPr>
                        <m:t>)=</m:t>
                      </m:r>
                      <m:f>
                        <m:fPr>
                          <m:ctrlPr>
                            <a:rPr lang="es-ES_tradnl" i="1" dirty="0">
                              <a:latin typeface="Cambria Math" panose="02040503050406030204" pitchFamily="18" charset="0"/>
                            </a:rPr>
                          </m:ctrlPr>
                        </m:fPr>
                        <m:num>
                          <m:r>
                            <a:rPr lang="es-ES" i="1" dirty="0">
                              <a:latin typeface="Cambria Math" panose="02040503050406030204" pitchFamily="18" charset="0"/>
                            </a:rPr>
                            <m:t>1</m:t>
                          </m:r>
                        </m:num>
                        <m:den>
                          <m:r>
                            <a:rPr lang="es-ES" i="1" dirty="0">
                              <a:latin typeface="Cambria Math" panose="02040503050406030204" pitchFamily="18" charset="0"/>
                            </a:rPr>
                            <m:t>1+</m:t>
                          </m:r>
                          <m:sSup>
                            <m:sSupPr>
                              <m:ctrlPr>
                                <a:rPr lang="es-ES" i="1" dirty="0">
                                  <a:latin typeface="Cambria Math" panose="02040503050406030204" pitchFamily="18" charset="0"/>
                                </a:rPr>
                              </m:ctrlPr>
                            </m:sSupPr>
                            <m:e>
                              <m:r>
                                <a:rPr lang="es-ES" i="1" dirty="0">
                                  <a:latin typeface="Cambria Math" panose="02040503050406030204" pitchFamily="18" charset="0"/>
                                </a:rPr>
                                <m:t>𝑒</m:t>
                              </m:r>
                            </m:e>
                            <m:sup>
                              <m:r>
                                <a:rPr lang="es-ES" i="1" dirty="0">
                                  <a:latin typeface="Cambria Math" panose="02040503050406030204" pitchFamily="18" charset="0"/>
                                </a:rPr>
                                <m:t>−</m:t>
                              </m:r>
                              <m:r>
                                <a:rPr lang="es-ES" b="1" i="1" dirty="0" smtClean="0">
                                  <a:latin typeface="Cambria Math" panose="02040503050406030204" pitchFamily="18" charset="0"/>
                                </a:rPr>
                                <m:t>𝒛</m:t>
                              </m:r>
                            </m:sup>
                          </m:sSup>
                        </m:den>
                      </m:f>
                    </m:oMath>
                  </m:oMathPara>
                </a14:m>
                <a:endParaRPr lang="es-ES_tradnl" dirty="0"/>
              </a:p>
            </p:txBody>
          </p:sp>
        </mc:Choice>
        <mc:Fallback xmlns="">
          <p:sp>
            <p:nvSpPr>
              <p:cNvPr id="31" name="Rectángulo 30">
                <a:extLst>
                  <a:ext uri="{FF2B5EF4-FFF2-40B4-BE49-F238E27FC236}">
                    <a16:creationId xmlns:a16="http://schemas.microsoft.com/office/drawing/2014/main" id="{DA865EFB-934A-A34F-96A4-0152BFBF0A74}"/>
                  </a:ext>
                </a:extLst>
              </p:cNvPr>
              <p:cNvSpPr>
                <a:spLocks noRot="1" noChangeAspect="1" noMove="1" noResize="1" noEditPoints="1" noAdjustHandles="1" noChangeArrowheads="1" noChangeShapeType="1" noTextEdit="1"/>
              </p:cNvSpPr>
              <p:nvPr/>
            </p:nvSpPr>
            <p:spPr>
              <a:xfrm>
                <a:off x="8786528" y="3704651"/>
                <a:ext cx="1740605" cy="617348"/>
              </a:xfrm>
              <a:prstGeom prst="rect">
                <a:avLst/>
              </a:prstGeom>
              <a:blipFill>
                <a:blip r:embed="rId10"/>
                <a:stretch>
                  <a:fillRect b="-2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2" name="Rectángulo 31">
                <a:extLst>
                  <a:ext uri="{FF2B5EF4-FFF2-40B4-BE49-F238E27FC236}">
                    <a16:creationId xmlns:a16="http://schemas.microsoft.com/office/drawing/2014/main" id="{4F70ACEA-E3C0-A748-A6F5-DCD6DB37F9B5}"/>
                  </a:ext>
                </a:extLst>
              </p:cNvPr>
              <p:cNvSpPr/>
              <p:nvPr/>
            </p:nvSpPr>
            <p:spPr>
              <a:xfrm>
                <a:off x="624610" y="4179482"/>
                <a:ext cx="5524461" cy="5563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2400" i="1" smtClean="0">
                              <a:latin typeface="Cambria Math" panose="02040503050406030204" pitchFamily="18" charset="0"/>
                            </a:rPr>
                          </m:ctrlPr>
                        </m:sSubPr>
                        <m:e>
                          <m:r>
                            <a:rPr lang="es-ES" sz="2400" i="1">
                              <a:latin typeface="Cambria Math" panose="02040503050406030204" pitchFamily="18" charset="0"/>
                            </a:rPr>
                            <m:t>𝐹</m:t>
                          </m:r>
                        </m:e>
                        <m:sub>
                          <m:r>
                            <a:rPr lang="es-ES" sz="2400" i="1">
                              <a:latin typeface="Cambria Math" panose="02040503050406030204" pitchFamily="18" charset="0"/>
                              <a:ea typeface="Cambria Math" panose="02040503050406030204" pitchFamily="18" charset="0"/>
                            </a:rPr>
                            <m:t>𝚯</m:t>
                          </m:r>
                        </m:sub>
                      </m:sSub>
                      <m:r>
                        <m:rPr>
                          <m:nor/>
                        </m:rPr>
                        <a:rPr lang="es-ES_tradnl" sz="2400" dirty="0"/>
                        <m:t>(</m:t>
                      </m:r>
                      <m:r>
                        <m:rPr>
                          <m:nor/>
                        </m:rPr>
                        <a:rPr lang="es-ES_tradnl" sz="2400" b="1" dirty="0"/>
                        <m:t>x</m:t>
                      </m:r>
                      <m:r>
                        <m:rPr>
                          <m:nor/>
                        </m:rPr>
                        <a:rPr lang="es-ES_tradnl" sz="2400" dirty="0"/>
                        <m:t>)</m:t>
                      </m:r>
                      <m:r>
                        <a:rPr lang="es-ES" sz="2400" i="1">
                          <a:latin typeface="Cambria Math" panose="02040503050406030204" pitchFamily="18" charset="0"/>
                        </a:rPr>
                        <m:t>=</m:t>
                      </m:r>
                      <m:r>
                        <a:rPr lang="es-ES_tradnl" sz="2400" i="1" dirty="0">
                          <a:latin typeface="Cambria Math" panose="02040503050406030204" pitchFamily="18" charset="0"/>
                        </a:rPr>
                        <m:t>𝑔</m:t>
                      </m:r>
                      <m:r>
                        <m:rPr>
                          <m:nor/>
                        </m:rPr>
                        <a:rPr lang="es-ES_tradnl" sz="2400" dirty="0"/>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b="0" i="1" smtClean="0">
                              <a:latin typeface="Cambria Math" panose="02040503050406030204" pitchFamily="18" charset="0"/>
                              <a:ea typeface="Cambria Math" panose="02040503050406030204" pitchFamily="18" charset="0"/>
                            </a:rPr>
                            <m:t>1</m:t>
                          </m:r>
                          <m:r>
                            <a:rPr lang="es-ES" sz="2400" i="1" dirty="0">
                              <a:latin typeface="Cambria Math" panose="02040503050406030204" pitchFamily="18" charset="0"/>
                            </a:rPr>
                            <m:t>0</m:t>
                          </m:r>
                        </m:sub>
                        <m:sup>
                          <m:r>
                            <a:rPr lang="es-ES" sz="2400" i="1" dirty="0">
                              <a:latin typeface="Cambria Math" panose="02040503050406030204" pitchFamily="18" charset="0"/>
                            </a:rPr>
                            <m:t>(2)</m:t>
                          </m:r>
                        </m:sup>
                      </m:sSubSup>
                      <m:sSubSup>
                        <m:sSubSupPr>
                          <m:ctrlPr>
                            <a:rPr lang="es-ES_tradnl" sz="2400" i="1">
                              <a:latin typeface="Cambria Math" panose="02040503050406030204" pitchFamily="18" charset="0"/>
                            </a:rPr>
                          </m:ctrlPr>
                        </m:sSubSupPr>
                        <m:e>
                          <m:r>
                            <a:rPr lang="es-ES" sz="2400" i="1">
                              <a:latin typeface="Cambria Math" panose="02040503050406030204" pitchFamily="18" charset="0"/>
                            </a:rPr>
                            <m:t>𝑎</m:t>
                          </m:r>
                        </m:e>
                        <m:sub>
                          <m:r>
                            <a:rPr lang="es-ES" sz="2400" b="0" i="1" smtClean="0">
                              <a:latin typeface="Cambria Math" panose="02040503050406030204" pitchFamily="18" charset="0"/>
                            </a:rPr>
                            <m:t>0</m:t>
                          </m:r>
                        </m:sub>
                        <m:sup>
                          <m:r>
                            <a:rPr lang="es-ES" sz="2400" i="1">
                              <a:latin typeface="Cambria Math" panose="02040503050406030204" pitchFamily="18" charset="0"/>
                            </a:rPr>
                            <m:t>(2)</m:t>
                          </m:r>
                        </m:sup>
                      </m:sSubSup>
                      <m:r>
                        <a:rPr lang="es-ES" sz="2400" i="1" dirty="0">
                          <a:latin typeface="Cambria Math" panose="02040503050406030204" pitchFamily="18" charset="0"/>
                        </a:rPr>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i="1">
                              <a:latin typeface="Cambria Math" panose="02040503050406030204" pitchFamily="18" charset="0"/>
                              <a:ea typeface="Cambria Math" panose="02040503050406030204" pitchFamily="18" charset="0"/>
                            </a:rPr>
                            <m:t>1</m:t>
                          </m:r>
                          <m:r>
                            <a:rPr lang="es-ES" sz="2400" b="0" i="1" smtClean="0">
                              <a:latin typeface="Cambria Math" panose="02040503050406030204" pitchFamily="18" charset="0"/>
                              <a:ea typeface="Cambria Math" panose="02040503050406030204" pitchFamily="18" charset="0"/>
                            </a:rPr>
                            <m:t>1</m:t>
                          </m:r>
                        </m:sub>
                        <m:sup>
                          <m:r>
                            <a:rPr lang="es-ES" sz="2400" i="1" dirty="0">
                              <a:latin typeface="Cambria Math" panose="02040503050406030204" pitchFamily="18" charset="0"/>
                            </a:rPr>
                            <m:t>(2)</m:t>
                          </m:r>
                        </m:sup>
                      </m:sSubSup>
                      <m:sSubSup>
                        <m:sSubSupPr>
                          <m:ctrlPr>
                            <a:rPr lang="es-ES_tradnl" sz="2400" i="1">
                              <a:latin typeface="Cambria Math" panose="02040503050406030204" pitchFamily="18" charset="0"/>
                            </a:rPr>
                          </m:ctrlPr>
                        </m:sSubSupPr>
                        <m:e>
                          <m:r>
                            <a:rPr lang="es-ES" sz="2400" i="1">
                              <a:latin typeface="Cambria Math" panose="02040503050406030204" pitchFamily="18" charset="0"/>
                            </a:rPr>
                            <m:t>𝑎</m:t>
                          </m:r>
                        </m:e>
                        <m:sub>
                          <m:r>
                            <a:rPr lang="es-ES" sz="2400" b="0" i="1" smtClean="0">
                              <a:latin typeface="Cambria Math" panose="02040503050406030204" pitchFamily="18" charset="0"/>
                            </a:rPr>
                            <m:t>1</m:t>
                          </m:r>
                        </m:sub>
                        <m:sup>
                          <m:r>
                            <a:rPr lang="es-ES" sz="2400" i="1">
                              <a:latin typeface="Cambria Math" panose="02040503050406030204" pitchFamily="18" charset="0"/>
                            </a:rPr>
                            <m:t>(2)</m:t>
                          </m:r>
                        </m:sup>
                      </m:sSubSup>
                      <m:r>
                        <a:rPr lang="es-ES" sz="2400" i="1" dirty="0">
                          <a:latin typeface="Cambria Math" panose="02040503050406030204" pitchFamily="18" charset="0"/>
                        </a:rPr>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i="1">
                              <a:latin typeface="Cambria Math" panose="02040503050406030204" pitchFamily="18" charset="0"/>
                              <a:ea typeface="Cambria Math" panose="02040503050406030204" pitchFamily="18" charset="0"/>
                            </a:rPr>
                            <m:t>1</m:t>
                          </m:r>
                          <m:r>
                            <a:rPr lang="es-ES" sz="2400" b="0" i="1" smtClean="0">
                              <a:latin typeface="Cambria Math" panose="02040503050406030204" pitchFamily="18" charset="0"/>
                              <a:ea typeface="Cambria Math" panose="02040503050406030204" pitchFamily="18" charset="0"/>
                            </a:rPr>
                            <m:t>2</m:t>
                          </m:r>
                        </m:sub>
                        <m:sup>
                          <m:r>
                            <a:rPr lang="es-ES" sz="2400" i="1" dirty="0">
                              <a:latin typeface="Cambria Math" panose="02040503050406030204" pitchFamily="18" charset="0"/>
                            </a:rPr>
                            <m:t>(2)</m:t>
                          </m:r>
                        </m:sup>
                      </m:sSubSup>
                      <m:sSubSup>
                        <m:sSubSupPr>
                          <m:ctrlPr>
                            <a:rPr lang="es-ES_tradnl" sz="2400" i="1">
                              <a:latin typeface="Cambria Math" panose="02040503050406030204" pitchFamily="18" charset="0"/>
                            </a:rPr>
                          </m:ctrlPr>
                        </m:sSubSupPr>
                        <m:e>
                          <m:r>
                            <a:rPr lang="es-ES" sz="2400" i="1">
                              <a:latin typeface="Cambria Math" panose="02040503050406030204" pitchFamily="18" charset="0"/>
                            </a:rPr>
                            <m:t>𝑎</m:t>
                          </m:r>
                        </m:e>
                        <m:sub>
                          <m:r>
                            <a:rPr lang="es-ES" sz="2400" b="0" i="1" smtClean="0">
                              <a:latin typeface="Cambria Math" panose="02040503050406030204" pitchFamily="18" charset="0"/>
                            </a:rPr>
                            <m:t>2</m:t>
                          </m:r>
                        </m:sub>
                        <m:sup>
                          <m:r>
                            <a:rPr lang="es-ES" sz="2400" i="1">
                              <a:latin typeface="Cambria Math" panose="02040503050406030204" pitchFamily="18" charset="0"/>
                            </a:rPr>
                            <m:t>(2)</m:t>
                          </m:r>
                        </m:sup>
                      </m:sSubSup>
                      <m:r>
                        <m:rPr>
                          <m:nor/>
                        </m:rPr>
                        <a:rPr lang="es-ES_tradnl" sz="2400" dirty="0"/>
                        <m:t>)</m:t>
                      </m:r>
                    </m:oMath>
                  </m:oMathPara>
                </a14:m>
                <a:endParaRPr lang="es-ES_tradnl" sz="2400" dirty="0"/>
              </a:p>
            </p:txBody>
          </p:sp>
        </mc:Choice>
        <mc:Fallback xmlns="">
          <p:sp>
            <p:nvSpPr>
              <p:cNvPr id="32" name="Rectángulo 31">
                <a:extLst>
                  <a:ext uri="{FF2B5EF4-FFF2-40B4-BE49-F238E27FC236}">
                    <a16:creationId xmlns:a16="http://schemas.microsoft.com/office/drawing/2014/main" id="{4F70ACEA-E3C0-A748-A6F5-DCD6DB37F9B5}"/>
                  </a:ext>
                </a:extLst>
              </p:cNvPr>
              <p:cNvSpPr>
                <a:spLocks noRot="1" noChangeAspect="1" noMove="1" noResize="1" noEditPoints="1" noAdjustHandles="1" noChangeArrowheads="1" noChangeShapeType="1" noTextEdit="1"/>
              </p:cNvSpPr>
              <p:nvPr/>
            </p:nvSpPr>
            <p:spPr>
              <a:xfrm>
                <a:off x="624610" y="4179482"/>
                <a:ext cx="5524461" cy="556306"/>
              </a:xfrm>
              <a:prstGeom prst="rect">
                <a:avLst/>
              </a:prstGeom>
              <a:blipFill>
                <a:blip r:embed="rId11"/>
                <a:stretch>
                  <a:fillRect b="-9091"/>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13F89421-1B43-9C4D-834B-0C5B7E2D596C}"/>
                  </a:ext>
                </a:extLst>
              </p:cNvPr>
              <p:cNvSpPr txBox="1"/>
              <p:nvPr/>
            </p:nvSpPr>
            <p:spPr>
              <a:xfrm>
                <a:off x="202357" y="5062831"/>
                <a:ext cx="10879966" cy="657809"/>
              </a:xfrm>
              <a:prstGeom prst="rect">
                <a:avLst/>
              </a:prstGeom>
              <a:noFill/>
            </p:spPr>
            <p:txBody>
              <a:bodyPr wrap="none" rtlCol="0">
                <a:spAutoFit/>
              </a:bodyPr>
              <a:lstStyle/>
              <a:p>
                <a:r>
                  <a:rPr lang="es-ES_tradnl" dirty="0"/>
                  <a:t>Si una red tiene </a:t>
                </a:r>
                <a14:m>
                  <m:oMath xmlns:m="http://schemas.openxmlformats.org/officeDocument/2006/math">
                    <m:r>
                      <a:rPr lang="es-ES" i="1" dirty="0" smtClean="0">
                        <a:latin typeface="Cambria Math" panose="02040503050406030204" pitchFamily="18" charset="0"/>
                      </a:rPr>
                      <m:t>𝑠</m:t>
                    </m:r>
                    <m:r>
                      <a:rPr lang="es-ES" b="0" i="1" dirty="0" smtClean="0">
                        <a:latin typeface="Cambria Math" panose="02040503050406030204" pitchFamily="18" charset="0"/>
                      </a:rPr>
                      <m:t> </m:t>
                    </m:r>
                  </m:oMath>
                </a14:m>
                <a:r>
                  <a:rPr lang="es-ES_tradnl" dirty="0"/>
                  <a:t>neuronas en la capa </a:t>
                </a:r>
                <a14:m>
                  <m:oMath xmlns:m="http://schemas.openxmlformats.org/officeDocument/2006/math">
                    <m:r>
                      <a:rPr lang="es-ES_tradnl" i="1" dirty="0" smtClean="0">
                        <a:latin typeface="Cambria Math" panose="02040503050406030204" pitchFamily="18" charset="0"/>
                      </a:rPr>
                      <m:t>𝑗</m:t>
                    </m:r>
                    <m:r>
                      <a:rPr lang="es-ES" b="0" i="1" dirty="0" smtClean="0">
                        <a:latin typeface="Cambria Math" panose="02040503050406030204" pitchFamily="18" charset="0"/>
                      </a:rPr>
                      <m:t>−1</m:t>
                    </m:r>
                  </m:oMath>
                </a14:m>
                <a:r>
                  <a:rPr lang="es-ES_tradnl" dirty="0"/>
                  <a:t>, y </a:t>
                </a:r>
                <a14:m>
                  <m:oMath xmlns:m="http://schemas.openxmlformats.org/officeDocument/2006/math">
                    <m:r>
                      <a:rPr lang="es-ES" i="1" dirty="0" smtClean="0">
                        <a:latin typeface="Cambria Math" panose="02040503050406030204" pitchFamily="18" charset="0"/>
                      </a:rPr>
                      <m:t>𝑝</m:t>
                    </m:r>
                  </m:oMath>
                </a14:m>
                <a:r>
                  <a:rPr lang="es-ES_tradnl" dirty="0"/>
                  <a:t> neuronas en la capa </a:t>
                </a:r>
                <a14:m>
                  <m:oMath xmlns:m="http://schemas.openxmlformats.org/officeDocument/2006/math">
                    <m:r>
                      <a:rPr lang="es-ES_tradnl" i="1" dirty="0" smtClean="0">
                        <a:latin typeface="Cambria Math" panose="02040503050406030204" pitchFamily="18" charset="0"/>
                      </a:rPr>
                      <m:t>𝑗</m:t>
                    </m:r>
                  </m:oMath>
                </a14:m>
                <a:r>
                  <a:rPr lang="es-ES_tradnl" dirty="0"/>
                  <a:t> su matriz de pesos correspondiente </a:t>
                </a:r>
                <a14:m>
                  <m:oMath xmlns:m="http://schemas.openxmlformats.org/officeDocument/2006/math">
                    <m:sSup>
                      <m:sSupPr>
                        <m:ctrlPr>
                          <a:rPr lang="es-ES_tradnl" i="1" dirty="0">
                            <a:latin typeface="Cambria Math" panose="02040503050406030204" pitchFamily="18" charset="0"/>
                          </a:rPr>
                        </m:ctrlPr>
                      </m:sSupPr>
                      <m:e>
                        <m:r>
                          <a:rPr lang="es-ES" b="1" i="1">
                            <a:latin typeface="Cambria Math" panose="02040503050406030204" pitchFamily="18" charset="0"/>
                            <a:ea typeface="Cambria Math" panose="02040503050406030204" pitchFamily="18" charset="0"/>
                          </a:rPr>
                          <m:t>𝚯</m:t>
                        </m:r>
                      </m:e>
                      <m:sup>
                        <m:r>
                          <a:rPr lang="es-ES" i="1" dirty="0">
                            <a:latin typeface="Cambria Math" panose="02040503050406030204" pitchFamily="18" charset="0"/>
                          </a:rPr>
                          <m:t>(</m:t>
                        </m:r>
                        <m:r>
                          <a:rPr lang="es-ES" i="1" dirty="0">
                            <a:latin typeface="Cambria Math" panose="02040503050406030204" pitchFamily="18" charset="0"/>
                          </a:rPr>
                          <m:t>𝑗</m:t>
                        </m:r>
                        <m:r>
                          <a:rPr lang="es-ES" b="0" i="1" dirty="0" smtClean="0">
                            <a:latin typeface="Cambria Math" panose="02040503050406030204" pitchFamily="18" charset="0"/>
                          </a:rPr>
                          <m:t>−1</m:t>
                        </m:r>
                        <m:r>
                          <a:rPr lang="es-ES" i="1" dirty="0">
                            <a:latin typeface="Cambria Math" panose="02040503050406030204" pitchFamily="18" charset="0"/>
                          </a:rPr>
                          <m:t>)</m:t>
                        </m:r>
                      </m:sup>
                    </m:sSup>
                  </m:oMath>
                </a14:m>
                <a:r>
                  <a:rPr lang="es-ES_tradnl" dirty="0"/>
                  <a:t> </a:t>
                </a:r>
              </a:p>
              <a:p>
                <a:r>
                  <a:rPr lang="es-ES_tradnl" dirty="0"/>
                  <a:t>Tendrá dimensión: </a:t>
                </a:r>
                <a14:m>
                  <m:oMath xmlns:m="http://schemas.openxmlformats.org/officeDocument/2006/math">
                    <m:r>
                      <a:rPr lang="es-ES" b="0" i="1" dirty="0" smtClean="0">
                        <a:latin typeface="Cambria Math" panose="02040503050406030204" pitchFamily="18" charset="0"/>
                      </a:rPr>
                      <m:t>𝑝</m:t>
                    </m:r>
                    <m:r>
                      <a:rPr lang="es-ES_tradnl"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𝑠</m:t>
                    </m:r>
                    <m:r>
                      <a:rPr lang="es-ES" b="0" i="1" dirty="0" smtClean="0">
                        <a:latin typeface="Cambria Math" panose="02040503050406030204" pitchFamily="18" charset="0"/>
                      </a:rPr>
                      <m:t>+1)</m:t>
                    </m:r>
                    <m:r>
                      <a:rPr lang="es-ES" b="0" i="0" dirty="0" smtClean="0">
                        <a:latin typeface="Cambria Math" panose="02040503050406030204" pitchFamily="18" charset="0"/>
                      </a:rPr>
                      <m:t>.</m:t>
                    </m:r>
                  </m:oMath>
                </a14:m>
                <a:endParaRPr lang="es-ES_tradnl" dirty="0"/>
              </a:p>
            </p:txBody>
          </p:sp>
        </mc:Choice>
        <mc:Fallback xmlns="">
          <p:sp>
            <p:nvSpPr>
              <p:cNvPr id="33" name="CuadroTexto 32">
                <a:extLst>
                  <a:ext uri="{FF2B5EF4-FFF2-40B4-BE49-F238E27FC236}">
                    <a16:creationId xmlns:a16="http://schemas.microsoft.com/office/drawing/2014/main" id="{13F89421-1B43-9C4D-834B-0C5B7E2D596C}"/>
                  </a:ext>
                </a:extLst>
              </p:cNvPr>
              <p:cNvSpPr txBox="1">
                <a:spLocks noRot="1" noChangeAspect="1" noMove="1" noResize="1" noEditPoints="1" noAdjustHandles="1" noChangeArrowheads="1" noChangeShapeType="1" noTextEdit="1"/>
              </p:cNvSpPr>
              <p:nvPr/>
            </p:nvSpPr>
            <p:spPr>
              <a:xfrm>
                <a:off x="202357" y="5062831"/>
                <a:ext cx="10879966" cy="657809"/>
              </a:xfrm>
              <a:prstGeom prst="rect">
                <a:avLst/>
              </a:prstGeom>
              <a:blipFill>
                <a:blip r:embed="rId12"/>
                <a:stretch>
                  <a:fillRect l="-350" t="-1887" b="-13208"/>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8245A06B-BC03-C044-A057-45F7FEF0C992}"/>
                  </a:ext>
                </a:extLst>
              </p:cNvPr>
              <p:cNvSpPr txBox="1"/>
              <p:nvPr/>
            </p:nvSpPr>
            <p:spPr>
              <a:xfrm>
                <a:off x="7633982" y="2934837"/>
                <a:ext cx="4369979" cy="646331"/>
              </a:xfrm>
              <a:prstGeom prst="rect">
                <a:avLst/>
              </a:prstGeom>
              <a:noFill/>
            </p:spPr>
            <p:txBody>
              <a:bodyPr wrap="none" rtlCol="0">
                <a:spAutoFit/>
              </a:bodyPr>
              <a:lstStyle/>
              <a:p>
                <a:r>
                  <a:rPr lang="es-ES_tradnl" dirty="0"/>
                  <a:t>La función </a:t>
                </a:r>
                <a14:m>
                  <m:oMath xmlns:m="http://schemas.openxmlformats.org/officeDocument/2006/math">
                    <m:r>
                      <a:rPr lang="es-ES" i="1">
                        <a:latin typeface="Cambria Math" panose="02040503050406030204" pitchFamily="18" charset="0"/>
                        <a:ea typeface="Cambria Math" panose="02040503050406030204" pitchFamily="18" charset="0"/>
                      </a:rPr>
                      <m:t>𝑔</m:t>
                    </m:r>
                    <m:r>
                      <a:rPr lang="es-ES_tradnl" i="1" dirty="0">
                        <a:latin typeface="Cambria Math" panose="02040503050406030204" pitchFamily="18" charset="0"/>
                      </a:rPr>
                      <m:t>(</m:t>
                    </m:r>
                    <m:r>
                      <a:rPr lang="es-ES" i="1" dirty="0">
                        <a:latin typeface="Cambria Math" panose="02040503050406030204" pitchFamily="18" charset="0"/>
                      </a:rPr>
                      <m:t>𝑧</m:t>
                    </m:r>
                    <m:r>
                      <a:rPr lang="es-ES_tradnl" i="1" dirty="0">
                        <a:latin typeface="Cambria Math" panose="02040503050406030204" pitchFamily="18" charset="0"/>
                      </a:rPr>
                      <m:t>)</m:t>
                    </m:r>
                  </m:oMath>
                </a14:m>
                <a:r>
                  <a:rPr lang="es-ES_tradnl" dirty="0"/>
                  <a:t> es la función de activación</a:t>
                </a:r>
              </a:p>
              <a:p>
                <a:r>
                  <a:rPr lang="es-ES_tradnl" dirty="0"/>
                  <a:t>Por ahora usaremos una que ya conocemos: </a:t>
                </a:r>
              </a:p>
            </p:txBody>
          </p:sp>
        </mc:Choice>
        <mc:Fallback xmlns="">
          <p:sp>
            <p:nvSpPr>
              <p:cNvPr id="34" name="CuadroTexto 33">
                <a:extLst>
                  <a:ext uri="{FF2B5EF4-FFF2-40B4-BE49-F238E27FC236}">
                    <a16:creationId xmlns:a16="http://schemas.microsoft.com/office/drawing/2014/main" id="{8245A06B-BC03-C044-A057-45F7FEF0C992}"/>
                  </a:ext>
                </a:extLst>
              </p:cNvPr>
              <p:cNvSpPr txBox="1">
                <a:spLocks noRot="1" noChangeAspect="1" noMove="1" noResize="1" noEditPoints="1" noAdjustHandles="1" noChangeArrowheads="1" noChangeShapeType="1" noTextEdit="1"/>
              </p:cNvSpPr>
              <p:nvPr/>
            </p:nvSpPr>
            <p:spPr>
              <a:xfrm>
                <a:off x="7633982" y="2934837"/>
                <a:ext cx="4369979" cy="646331"/>
              </a:xfrm>
              <a:prstGeom prst="rect">
                <a:avLst/>
              </a:prstGeom>
              <a:blipFill>
                <a:blip r:embed="rId13"/>
                <a:stretch>
                  <a:fillRect l="-867" t="-3846" r="-289" b="-13462"/>
                </a:stretch>
              </a:blipFill>
            </p:spPr>
            <p:txBody>
              <a:bodyPr/>
              <a:lstStyle/>
              <a:p>
                <a:r>
                  <a:rPr lang="es-ES_tradnl">
                    <a:noFill/>
                  </a:rPr>
                  <a:t> </a:t>
                </a:r>
              </a:p>
            </p:txBody>
          </p:sp>
        </mc:Fallback>
      </mc:AlternateContent>
      <p:sp>
        <p:nvSpPr>
          <p:cNvPr id="35" name="CuadroTexto 34">
            <a:extLst>
              <a:ext uri="{FF2B5EF4-FFF2-40B4-BE49-F238E27FC236}">
                <a16:creationId xmlns:a16="http://schemas.microsoft.com/office/drawing/2014/main" id="{C3740A48-F460-B34A-8BDD-2298691B54E0}"/>
              </a:ext>
            </a:extLst>
          </p:cNvPr>
          <p:cNvSpPr txBox="1"/>
          <p:nvPr/>
        </p:nvSpPr>
        <p:spPr>
          <a:xfrm>
            <a:off x="8786528" y="4445482"/>
            <a:ext cx="2094163" cy="369332"/>
          </a:xfrm>
          <a:prstGeom prst="rect">
            <a:avLst/>
          </a:prstGeom>
          <a:noFill/>
        </p:spPr>
        <p:txBody>
          <a:bodyPr wrap="none" rtlCol="0">
            <a:spAutoFit/>
          </a:bodyPr>
          <a:lstStyle/>
          <a:p>
            <a:r>
              <a:rPr lang="es-ES_tradnl" dirty="0" err="1"/>
              <a:t>Sigmoide</a:t>
            </a:r>
            <a:r>
              <a:rPr lang="es-ES_tradnl" dirty="0"/>
              <a:t> o logística.</a:t>
            </a:r>
          </a:p>
        </p:txBody>
      </p:sp>
    </p:spTree>
    <p:extLst>
      <p:ext uri="{BB962C8B-B14F-4D97-AF65-F5344CB8AC3E}">
        <p14:creationId xmlns:p14="http://schemas.microsoft.com/office/powerpoint/2010/main" val="2566654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2A0351-788B-2A41-B5AE-C075981D028F}"/>
              </a:ext>
            </a:extLst>
          </p:cNvPr>
          <p:cNvSpPr>
            <a:spLocks noGrp="1"/>
          </p:cNvSpPr>
          <p:nvPr>
            <p:ph type="title"/>
          </p:nvPr>
        </p:nvSpPr>
        <p:spPr>
          <a:xfrm>
            <a:off x="4068661" y="74527"/>
            <a:ext cx="7533237" cy="1099931"/>
          </a:xfrm>
        </p:spPr>
        <p:txBody>
          <a:bodyPr>
            <a:normAutofit fontScale="90000"/>
          </a:bodyPr>
          <a:lstStyle/>
          <a:p>
            <a:r>
              <a:rPr lang="es-ES_tradnl" dirty="0"/>
              <a:t>Propagación hacia adelante: </a:t>
            </a:r>
            <a:r>
              <a:rPr lang="es-ES_tradnl" dirty="0" err="1"/>
              <a:t>Vectorización</a:t>
            </a:r>
            <a:r>
              <a:rPr lang="es-ES_tradnl" dirty="0"/>
              <a:t>.</a:t>
            </a:r>
          </a:p>
        </p:txBody>
      </p:sp>
      <mc:AlternateContent xmlns:mc="http://schemas.openxmlformats.org/markup-compatibility/2006" xmlns:a14="http://schemas.microsoft.com/office/drawing/2010/main">
        <mc:Choice Requires="a14">
          <p:sp>
            <p:nvSpPr>
              <p:cNvPr id="4" name="Rectángulo 3">
                <a:extLst>
                  <a:ext uri="{FF2B5EF4-FFF2-40B4-BE49-F238E27FC236}">
                    <a16:creationId xmlns:a16="http://schemas.microsoft.com/office/drawing/2014/main" id="{A073D6D2-E70B-5841-A8CB-C7658912708C}"/>
                  </a:ext>
                </a:extLst>
              </p:cNvPr>
              <p:cNvSpPr/>
              <p:nvPr/>
            </p:nvSpPr>
            <p:spPr>
              <a:xfrm>
                <a:off x="157538" y="1965409"/>
                <a:ext cx="5802229" cy="478914"/>
              </a:xfrm>
              <a:prstGeom prst="rect">
                <a:avLst/>
              </a:prstGeom>
            </p:spPr>
            <p:txBody>
              <a:bodyPr wrap="none">
                <a:spAutoFit/>
              </a:bodyPr>
              <a:lstStyle/>
              <a:p>
                <a14:m>
                  <m:oMath xmlns:m="http://schemas.openxmlformats.org/officeDocument/2006/math">
                    <m:sSubSup>
                      <m:sSubSupPr>
                        <m:ctrlPr>
                          <a:rPr lang="es-ES_tradnl" sz="2000" i="1" smtClean="0">
                            <a:latin typeface="Cambria Math" panose="02040503050406030204" pitchFamily="18" charset="0"/>
                          </a:rPr>
                        </m:ctrlPr>
                      </m:sSubSupPr>
                      <m:e>
                        <m:r>
                          <a:rPr lang="es-ES" sz="2000" i="1">
                            <a:latin typeface="Cambria Math" panose="02040503050406030204" pitchFamily="18" charset="0"/>
                          </a:rPr>
                          <m:t>𝑎</m:t>
                        </m:r>
                      </m:e>
                      <m:sub>
                        <m:r>
                          <a:rPr lang="es-ES" sz="2000" i="1">
                            <a:latin typeface="Cambria Math" panose="02040503050406030204" pitchFamily="18" charset="0"/>
                          </a:rPr>
                          <m:t>1</m:t>
                        </m:r>
                      </m:sub>
                      <m:sup>
                        <m:r>
                          <a:rPr lang="es-ES" sz="2000" i="1">
                            <a:latin typeface="Cambria Math" panose="02040503050406030204" pitchFamily="18" charset="0"/>
                          </a:rPr>
                          <m:t>(2)</m:t>
                        </m:r>
                      </m:sup>
                    </m:sSubSup>
                    <m:r>
                      <a:rPr lang="es-ES" sz="2000" i="1">
                        <a:latin typeface="Cambria Math" panose="02040503050406030204" pitchFamily="18" charset="0"/>
                      </a:rPr>
                      <m:t>=</m:t>
                    </m:r>
                    <m:r>
                      <a:rPr lang="es-ES_tradnl" sz="2000" i="1" dirty="0">
                        <a:latin typeface="Cambria Math" panose="02040503050406030204" pitchFamily="18" charset="0"/>
                      </a:rPr>
                      <m:t>𝑔</m:t>
                    </m:r>
                    <m:r>
                      <m:rPr>
                        <m:nor/>
                      </m:rPr>
                      <a:rPr lang="es-ES_tradnl" sz="2000" dirty="0"/>
                      <m:t>(</m:t>
                    </m:r>
                    <m:sSub>
                      <m:sSubPr>
                        <m:ctrlPr>
                          <a:rPr lang="es-ES_tradnl" sz="2000" i="1" dirty="0">
                            <a:latin typeface="Cambria Math" panose="02040503050406030204" pitchFamily="18" charset="0"/>
                          </a:rPr>
                        </m:ctrlPr>
                      </m:sSubPr>
                      <m:e>
                        <m:sSubSup>
                          <m:sSubSupPr>
                            <m:ctrlPr>
                              <a:rPr lang="es-ES_tradnl" sz="2000" i="1" dirty="0" smtClean="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b="0" i="1" dirty="0" smtClean="0">
                                <a:latin typeface="Cambria Math" panose="02040503050406030204" pitchFamily="18" charset="0"/>
                              </a:rPr>
                              <m:t>10</m:t>
                            </m:r>
                          </m:sub>
                          <m:sup>
                            <m:r>
                              <a:rPr lang="es-ES" sz="2000" b="0" i="1" dirty="0" smtClean="0">
                                <a:latin typeface="Cambria Math" panose="02040503050406030204" pitchFamily="18" charset="0"/>
                              </a:rPr>
                              <m:t>(1)</m:t>
                            </m:r>
                          </m:sup>
                        </m:sSubSup>
                        <m:r>
                          <a:rPr lang="es-ES" sz="2000" i="1" dirty="0">
                            <a:latin typeface="Cambria Math" panose="02040503050406030204" pitchFamily="18" charset="0"/>
                          </a:rPr>
                          <m:t>𝑥</m:t>
                        </m:r>
                      </m:e>
                      <m:sub>
                        <m:r>
                          <a:rPr lang="es-ES" sz="2000" b="0" i="1" dirty="0" smtClean="0">
                            <a:latin typeface="Cambria Math" panose="02040503050406030204" pitchFamily="18" charset="0"/>
                          </a:rPr>
                          <m:t>0</m:t>
                        </m:r>
                      </m:sub>
                    </m:sSub>
                    <m:r>
                      <a:rPr lang="es-ES" sz="2000" i="1" dirty="0">
                        <a:latin typeface="Cambria Math" panose="02040503050406030204" pitchFamily="18" charset="0"/>
                      </a:rPr>
                      <m:t>+</m:t>
                    </m:r>
                    <m:sSubSup>
                      <m:sSubSupPr>
                        <m:ctrlPr>
                          <a:rPr lang="es-ES_tradnl" sz="2000" i="1" dirty="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dirty="0">
                            <a:latin typeface="Cambria Math" panose="02040503050406030204" pitchFamily="18" charset="0"/>
                          </a:rPr>
                          <m:t>1</m:t>
                        </m:r>
                        <m:r>
                          <a:rPr lang="es-ES" sz="2000" b="0" i="1" dirty="0" smtClean="0">
                            <a:latin typeface="Cambria Math" panose="02040503050406030204" pitchFamily="18" charset="0"/>
                          </a:rPr>
                          <m:t>1</m:t>
                        </m:r>
                      </m:sub>
                      <m:sup>
                        <m:r>
                          <a:rPr lang="es-ES" sz="2000" i="1" dirty="0">
                            <a:latin typeface="Cambria Math" panose="02040503050406030204" pitchFamily="18" charset="0"/>
                          </a:rPr>
                          <m:t>(1)</m:t>
                        </m:r>
                      </m:sup>
                    </m:sSubSup>
                    <m:sSub>
                      <m:sSubPr>
                        <m:ctrlPr>
                          <a:rPr lang="es-ES_tradnl" sz="2000" i="1" dirty="0">
                            <a:latin typeface="Cambria Math" panose="02040503050406030204" pitchFamily="18" charset="0"/>
                          </a:rPr>
                        </m:ctrlPr>
                      </m:sSubPr>
                      <m:e>
                        <m:r>
                          <a:rPr lang="es-ES" sz="2000" i="1" dirty="0">
                            <a:latin typeface="Cambria Math" panose="02040503050406030204" pitchFamily="18" charset="0"/>
                          </a:rPr>
                          <m:t>𝑥</m:t>
                        </m:r>
                      </m:e>
                      <m:sub>
                        <m:r>
                          <a:rPr lang="es-ES" sz="2000" i="1">
                            <a:latin typeface="Cambria Math" panose="02040503050406030204" pitchFamily="18" charset="0"/>
                            <a:ea typeface="Cambria Math" panose="02040503050406030204" pitchFamily="18" charset="0"/>
                          </a:rPr>
                          <m:t>1</m:t>
                        </m:r>
                      </m:sub>
                    </m:sSub>
                    <m:r>
                      <a:rPr lang="es-ES" sz="2000" i="1" dirty="0">
                        <a:latin typeface="Cambria Math" panose="02040503050406030204" pitchFamily="18" charset="0"/>
                      </a:rPr>
                      <m:t>+</m:t>
                    </m:r>
                    <m:sSubSup>
                      <m:sSubSupPr>
                        <m:ctrlPr>
                          <a:rPr lang="es-ES_tradnl" sz="2000" i="1" dirty="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dirty="0">
                            <a:latin typeface="Cambria Math" panose="02040503050406030204" pitchFamily="18" charset="0"/>
                          </a:rPr>
                          <m:t>1</m:t>
                        </m:r>
                        <m:r>
                          <a:rPr lang="es-ES" sz="2000" b="0" i="1" dirty="0" smtClean="0">
                            <a:latin typeface="Cambria Math" panose="02040503050406030204" pitchFamily="18" charset="0"/>
                          </a:rPr>
                          <m:t>2</m:t>
                        </m:r>
                      </m:sub>
                      <m:sup>
                        <m:r>
                          <a:rPr lang="es-ES" sz="2000" i="1" dirty="0">
                            <a:latin typeface="Cambria Math" panose="02040503050406030204" pitchFamily="18" charset="0"/>
                          </a:rPr>
                          <m:t>(1)</m:t>
                        </m:r>
                      </m:sup>
                    </m:sSubSup>
                    <m:sSub>
                      <m:sSubPr>
                        <m:ctrlPr>
                          <a:rPr lang="es-ES_tradnl" sz="2000" i="1" dirty="0">
                            <a:latin typeface="Cambria Math" panose="02040503050406030204" pitchFamily="18" charset="0"/>
                          </a:rPr>
                        </m:ctrlPr>
                      </m:sSubPr>
                      <m:e>
                        <m:r>
                          <a:rPr lang="es-ES" sz="2000" i="1" dirty="0">
                            <a:latin typeface="Cambria Math" panose="02040503050406030204" pitchFamily="18" charset="0"/>
                          </a:rPr>
                          <m:t>𝑥</m:t>
                        </m:r>
                      </m:e>
                      <m:sub>
                        <m:r>
                          <a:rPr lang="es-ES" sz="2000" i="1">
                            <a:latin typeface="Cambria Math" panose="02040503050406030204" pitchFamily="18" charset="0"/>
                            <a:ea typeface="Cambria Math" panose="02040503050406030204" pitchFamily="18" charset="0"/>
                          </a:rPr>
                          <m:t>2</m:t>
                        </m:r>
                      </m:sub>
                    </m:sSub>
                    <m:r>
                      <a:rPr lang="es-ES" sz="2000" b="0" i="1" smtClean="0">
                        <a:latin typeface="Cambria Math" panose="02040503050406030204" pitchFamily="18" charset="0"/>
                        <a:ea typeface="Cambria Math" panose="02040503050406030204" pitchFamily="18" charset="0"/>
                      </a:rPr>
                      <m:t>+</m:t>
                    </m:r>
                    <m:sSubSup>
                      <m:sSubSupPr>
                        <m:ctrlPr>
                          <a:rPr lang="es-ES_tradnl" sz="2000" i="1" dirty="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dirty="0">
                            <a:latin typeface="Cambria Math" panose="02040503050406030204" pitchFamily="18" charset="0"/>
                          </a:rPr>
                          <m:t>1</m:t>
                        </m:r>
                        <m:r>
                          <a:rPr lang="es-ES" sz="2000" b="0" i="1" dirty="0" smtClean="0">
                            <a:latin typeface="Cambria Math" panose="02040503050406030204" pitchFamily="18" charset="0"/>
                          </a:rPr>
                          <m:t>3</m:t>
                        </m:r>
                      </m:sub>
                      <m:sup>
                        <m:r>
                          <a:rPr lang="es-ES" sz="2000" i="1" dirty="0">
                            <a:latin typeface="Cambria Math" panose="02040503050406030204" pitchFamily="18" charset="0"/>
                          </a:rPr>
                          <m:t>(1)</m:t>
                        </m:r>
                      </m:sup>
                    </m:sSubSup>
                    <m:sSub>
                      <m:sSubPr>
                        <m:ctrlPr>
                          <a:rPr lang="es-ES_tradnl" sz="2000" i="1" dirty="0">
                            <a:latin typeface="Cambria Math" panose="02040503050406030204" pitchFamily="18" charset="0"/>
                          </a:rPr>
                        </m:ctrlPr>
                      </m:sSubPr>
                      <m:e>
                        <m:r>
                          <a:rPr lang="es-ES" sz="2000" i="1" dirty="0">
                            <a:latin typeface="Cambria Math" panose="02040503050406030204" pitchFamily="18" charset="0"/>
                          </a:rPr>
                          <m:t>𝑥</m:t>
                        </m:r>
                      </m:e>
                      <m:sub>
                        <m:r>
                          <a:rPr lang="es-ES" sz="2000" b="0" i="1" dirty="0" smtClean="0">
                            <a:latin typeface="Cambria Math" panose="02040503050406030204" pitchFamily="18" charset="0"/>
                          </a:rPr>
                          <m:t>3</m:t>
                        </m:r>
                      </m:sub>
                    </m:sSub>
                    <m:r>
                      <m:rPr>
                        <m:nor/>
                      </m:rPr>
                      <a:rPr lang="es-ES_tradnl" sz="2000" dirty="0"/>
                      <m:t>)</m:t>
                    </m:r>
                  </m:oMath>
                </a14:m>
                <a:r>
                  <a:rPr lang="es-ES_tradnl" sz="2000" dirty="0"/>
                  <a:t>=</a:t>
                </a:r>
                <a14:m>
                  <m:oMath xmlns:m="http://schemas.openxmlformats.org/officeDocument/2006/math">
                    <m:r>
                      <a:rPr lang="es-ES_tradnl" sz="2000" i="1" dirty="0">
                        <a:latin typeface="Cambria Math" panose="02040503050406030204" pitchFamily="18" charset="0"/>
                      </a:rPr>
                      <m:t>𝑔</m:t>
                    </m:r>
                    <m:r>
                      <m:rPr>
                        <m:nor/>
                      </m:rPr>
                      <a:rPr lang="es-ES_tradnl" sz="2000" dirty="0"/>
                      <m:t>(</m:t>
                    </m:r>
                    <m:sSubSup>
                      <m:sSubSupPr>
                        <m:ctrlPr>
                          <a:rPr lang="es-ES_tradnl" sz="2000" i="1">
                            <a:latin typeface="Cambria Math" panose="02040503050406030204" pitchFamily="18" charset="0"/>
                          </a:rPr>
                        </m:ctrlPr>
                      </m:sSubSupPr>
                      <m:e>
                        <m:r>
                          <a:rPr lang="es-ES" sz="2000" b="0" i="1" smtClean="0">
                            <a:latin typeface="Cambria Math" panose="02040503050406030204" pitchFamily="18" charset="0"/>
                          </a:rPr>
                          <m:t>𝑧</m:t>
                        </m:r>
                      </m:e>
                      <m:sub>
                        <m:r>
                          <a:rPr lang="es-ES" sz="2000" b="0" i="1" smtClean="0">
                            <a:latin typeface="Cambria Math" panose="02040503050406030204" pitchFamily="18" charset="0"/>
                          </a:rPr>
                          <m:t>1</m:t>
                        </m:r>
                      </m:sub>
                      <m:sup>
                        <m:r>
                          <a:rPr lang="es-ES" sz="2000" i="1">
                            <a:latin typeface="Cambria Math" panose="02040503050406030204" pitchFamily="18" charset="0"/>
                          </a:rPr>
                          <m:t>(2)</m:t>
                        </m:r>
                      </m:sup>
                    </m:sSubSup>
                    <m:r>
                      <m:rPr>
                        <m:nor/>
                      </m:rPr>
                      <a:rPr lang="es-ES_tradnl" sz="2000" dirty="0"/>
                      <m:t>)</m:t>
                    </m:r>
                  </m:oMath>
                </a14:m>
                <a:endParaRPr lang="es-ES_tradnl" sz="2000" dirty="0"/>
              </a:p>
            </p:txBody>
          </p:sp>
        </mc:Choice>
        <mc:Fallback xmlns="">
          <p:sp>
            <p:nvSpPr>
              <p:cNvPr id="4" name="Rectángulo 3">
                <a:extLst>
                  <a:ext uri="{FF2B5EF4-FFF2-40B4-BE49-F238E27FC236}">
                    <a16:creationId xmlns:a16="http://schemas.microsoft.com/office/drawing/2014/main" id="{A073D6D2-E70B-5841-A8CB-C7658912708C}"/>
                  </a:ext>
                </a:extLst>
              </p:cNvPr>
              <p:cNvSpPr>
                <a:spLocks noRot="1" noChangeAspect="1" noMove="1" noResize="1" noEditPoints="1" noAdjustHandles="1" noChangeArrowheads="1" noChangeShapeType="1" noTextEdit="1"/>
              </p:cNvSpPr>
              <p:nvPr/>
            </p:nvSpPr>
            <p:spPr>
              <a:xfrm>
                <a:off x="157538" y="1965409"/>
                <a:ext cx="5802229" cy="478914"/>
              </a:xfrm>
              <a:prstGeom prst="rect">
                <a:avLst/>
              </a:prstGeom>
              <a:blipFill>
                <a:blip r:embed="rId2"/>
                <a:stretch>
                  <a:fillRect b="-17949"/>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Rectángulo 4">
                <a:extLst>
                  <a:ext uri="{FF2B5EF4-FFF2-40B4-BE49-F238E27FC236}">
                    <a16:creationId xmlns:a16="http://schemas.microsoft.com/office/drawing/2014/main" id="{003E274C-CA2E-054D-BEB1-0875FD57A003}"/>
                  </a:ext>
                </a:extLst>
              </p:cNvPr>
              <p:cNvSpPr/>
              <p:nvPr/>
            </p:nvSpPr>
            <p:spPr>
              <a:xfrm>
                <a:off x="222029" y="3418467"/>
                <a:ext cx="5441426" cy="798424"/>
              </a:xfrm>
              <a:prstGeom prst="rect">
                <a:avLst/>
              </a:prstGeom>
            </p:spPr>
            <p:txBody>
              <a:bodyPr wrap="none">
                <a:spAutoFit/>
              </a:bodyPr>
              <a:lstStyle/>
              <a:p>
                <a14:m>
                  <m:oMath xmlns:m="http://schemas.openxmlformats.org/officeDocument/2006/math">
                    <m:sSub>
                      <m:sSubPr>
                        <m:ctrlPr>
                          <a:rPr lang="es-ES_tradnl" sz="2000" i="1" smtClean="0">
                            <a:latin typeface="Cambria Math" panose="02040503050406030204" pitchFamily="18" charset="0"/>
                          </a:rPr>
                        </m:ctrlPr>
                      </m:sSubPr>
                      <m:e>
                        <m:r>
                          <a:rPr lang="es-ES" sz="2000" i="1">
                            <a:latin typeface="Cambria Math" panose="02040503050406030204" pitchFamily="18" charset="0"/>
                          </a:rPr>
                          <m:t>𝐹</m:t>
                        </m:r>
                      </m:e>
                      <m:sub>
                        <m:r>
                          <a:rPr lang="es-ES" sz="2000" i="1">
                            <a:latin typeface="Cambria Math" panose="02040503050406030204" pitchFamily="18" charset="0"/>
                            <a:ea typeface="Cambria Math" panose="02040503050406030204" pitchFamily="18" charset="0"/>
                          </a:rPr>
                          <m:t>𝚯</m:t>
                        </m:r>
                      </m:sub>
                    </m:sSub>
                    <m:r>
                      <m:rPr>
                        <m:nor/>
                      </m:rPr>
                      <a:rPr lang="es-ES_tradnl" sz="2000" dirty="0"/>
                      <m:t>(</m:t>
                    </m:r>
                    <m:r>
                      <m:rPr>
                        <m:nor/>
                      </m:rPr>
                      <a:rPr lang="es-ES_tradnl" sz="2000" b="1" dirty="0"/>
                      <m:t>x</m:t>
                    </m:r>
                    <m:r>
                      <m:rPr>
                        <m:nor/>
                      </m:rPr>
                      <a:rPr lang="es-ES_tradnl" sz="2000" dirty="0"/>
                      <m:t>)</m:t>
                    </m:r>
                    <m:r>
                      <a:rPr lang="es-ES" sz="2000" i="1">
                        <a:latin typeface="Cambria Math" panose="02040503050406030204" pitchFamily="18" charset="0"/>
                      </a:rPr>
                      <m:t>=</m:t>
                    </m:r>
                    <m:r>
                      <a:rPr lang="es-ES_tradnl" sz="2000" i="1" dirty="0">
                        <a:latin typeface="Cambria Math" panose="02040503050406030204" pitchFamily="18" charset="0"/>
                      </a:rPr>
                      <m:t>𝑔</m:t>
                    </m:r>
                    <m:r>
                      <m:rPr>
                        <m:nor/>
                      </m:rPr>
                      <a:rPr lang="es-ES_tradnl" sz="2000" dirty="0"/>
                      <m:t>(</m:t>
                    </m:r>
                    <m:sSubSup>
                      <m:sSubSupPr>
                        <m:ctrlPr>
                          <a:rPr lang="es-ES_tradnl" sz="2000" i="1" dirty="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b="0" i="1" smtClean="0">
                            <a:latin typeface="Cambria Math" panose="02040503050406030204" pitchFamily="18" charset="0"/>
                            <a:ea typeface="Cambria Math" panose="02040503050406030204" pitchFamily="18" charset="0"/>
                          </a:rPr>
                          <m:t>1</m:t>
                        </m:r>
                        <m:r>
                          <a:rPr lang="es-ES" sz="2000" i="1" dirty="0">
                            <a:latin typeface="Cambria Math" panose="02040503050406030204" pitchFamily="18" charset="0"/>
                          </a:rPr>
                          <m:t>0</m:t>
                        </m:r>
                      </m:sub>
                      <m:sup>
                        <m:r>
                          <a:rPr lang="es-ES" sz="2000" i="1" dirty="0">
                            <a:latin typeface="Cambria Math" panose="02040503050406030204" pitchFamily="18" charset="0"/>
                          </a:rPr>
                          <m:t>(2)</m:t>
                        </m:r>
                      </m:sup>
                    </m:sSubSup>
                    <m:sSubSup>
                      <m:sSubSupPr>
                        <m:ctrlPr>
                          <a:rPr lang="es-ES_tradnl" sz="2000" i="1">
                            <a:latin typeface="Cambria Math" panose="02040503050406030204" pitchFamily="18" charset="0"/>
                          </a:rPr>
                        </m:ctrlPr>
                      </m:sSubSupPr>
                      <m:e>
                        <m:r>
                          <a:rPr lang="es-ES" sz="2000" i="1">
                            <a:latin typeface="Cambria Math" panose="02040503050406030204" pitchFamily="18" charset="0"/>
                          </a:rPr>
                          <m:t>𝑎</m:t>
                        </m:r>
                      </m:e>
                      <m:sub>
                        <m:r>
                          <a:rPr lang="es-ES" sz="2000" b="0" i="1" smtClean="0">
                            <a:latin typeface="Cambria Math" panose="02040503050406030204" pitchFamily="18" charset="0"/>
                          </a:rPr>
                          <m:t>0</m:t>
                        </m:r>
                      </m:sub>
                      <m:sup>
                        <m:r>
                          <a:rPr lang="es-ES" sz="2000" i="1">
                            <a:latin typeface="Cambria Math" panose="02040503050406030204" pitchFamily="18" charset="0"/>
                          </a:rPr>
                          <m:t>(2)</m:t>
                        </m:r>
                      </m:sup>
                    </m:sSubSup>
                    <m:r>
                      <a:rPr lang="es-ES" sz="2000" i="1" dirty="0">
                        <a:latin typeface="Cambria Math" panose="02040503050406030204" pitchFamily="18" charset="0"/>
                      </a:rPr>
                      <m:t>+</m:t>
                    </m:r>
                    <m:sSubSup>
                      <m:sSubSupPr>
                        <m:ctrlPr>
                          <a:rPr lang="es-ES_tradnl" sz="2000" i="1" dirty="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a:latin typeface="Cambria Math" panose="02040503050406030204" pitchFamily="18" charset="0"/>
                            <a:ea typeface="Cambria Math" panose="02040503050406030204" pitchFamily="18" charset="0"/>
                          </a:rPr>
                          <m:t>1</m:t>
                        </m:r>
                        <m:r>
                          <a:rPr lang="es-ES" sz="2000" i="1" dirty="0">
                            <a:latin typeface="Cambria Math" panose="02040503050406030204" pitchFamily="18" charset="0"/>
                          </a:rPr>
                          <m:t>0</m:t>
                        </m:r>
                      </m:sub>
                      <m:sup>
                        <m:r>
                          <a:rPr lang="es-ES" sz="2000" i="1" dirty="0">
                            <a:latin typeface="Cambria Math" panose="02040503050406030204" pitchFamily="18" charset="0"/>
                          </a:rPr>
                          <m:t>(2)</m:t>
                        </m:r>
                      </m:sup>
                    </m:sSubSup>
                    <m:sSubSup>
                      <m:sSubSupPr>
                        <m:ctrlPr>
                          <a:rPr lang="es-ES_tradnl" sz="2000" i="1">
                            <a:latin typeface="Cambria Math" panose="02040503050406030204" pitchFamily="18" charset="0"/>
                          </a:rPr>
                        </m:ctrlPr>
                      </m:sSubSupPr>
                      <m:e>
                        <m:r>
                          <a:rPr lang="es-ES" sz="2000" i="1">
                            <a:latin typeface="Cambria Math" panose="02040503050406030204" pitchFamily="18" charset="0"/>
                          </a:rPr>
                          <m:t>𝑎</m:t>
                        </m:r>
                      </m:e>
                      <m:sub>
                        <m:r>
                          <a:rPr lang="es-ES" sz="2000" b="0" i="1" smtClean="0">
                            <a:latin typeface="Cambria Math" panose="02040503050406030204" pitchFamily="18" charset="0"/>
                          </a:rPr>
                          <m:t>1</m:t>
                        </m:r>
                      </m:sub>
                      <m:sup>
                        <m:r>
                          <a:rPr lang="es-ES" sz="2000" i="1">
                            <a:latin typeface="Cambria Math" panose="02040503050406030204" pitchFamily="18" charset="0"/>
                          </a:rPr>
                          <m:t>(2)</m:t>
                        </m:r>
                      </m:sup>
                    </m:sSubSup>
                    <m:r>
                      <a:rPr lang="es-ES" sz="2000" i="1" dirty="0">
                        <a:latin typeface="Cambria Math" panose="02040503050406030204" pitchFamily="18" charset="0"/>
                      </a:rPr>
                      <m:t>+</m:t>
                    </m:r>
                    <m:sSubSup>
                      <m:sSubSupPr>
                        <m:ctrlPr>
                          <a:rPr lang="es-ES_tradnl" sz="2000" i="1" dirty="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a:latin typeface="Cambria Math" panose="02040503050406030204" pitchFamily="18" charset="0"/>
                            <a:ea typeface="Cambria Math" panose="02040503050406030204" pitchFamily="18" charset="0"/>
                          </a:rPr>
                          <m:t>1</m:t>
                        </m:r>
                        <m:r>
                          <a:rPr lang="es-ES" sz="2000" i="1" dirty="0">
                            <a:latin typeface="Cambria Math" panose="02040503050406030204" pitchFamily="18" charset="0"/>
                          </a:rPr>
                          <m:t>0</m:t>
                        </m:r>
                      </m:sub>
                      <m:sup>
                        <m:r>
                          <a:rPr lang="es-ES" sz="2000" i="1" dirty="0">
                            <a:latin typeface="Cambria Math" panose="02040503050406030204" pitchFamily="18" charset="0"/>
                          </a:rPr>
                          <m:t>(2)</m:t>
                        </m:r>
                      </m:sup>
                    </m:sSubSup>
                    <m:sSubSup>
                      <m:sSubSupPr>
                        <m:ctrlPr>
                          <a:rPr lang="es-ES_tradnl" sz="2000" i="1">
                            <a:latin typeface="Cambria Math" panose="02040503050406030204" pitchFamily="18" charset="0"/>
                          </a:rPr>
                        </m:ctrlPr>
                      </m:sSubSupPr>
                      <m:e>
                        <m:r>
                          <a:rPr lang="es-ES" sz="2000" i="1">
                            <a:latin typeface="Cambria Math" panose="02040503050406030204" pitchFamily="18" charset="0"/>
                          </a:rPr>
                          <m:t>𝑎</m:t>
                        </m:r>
                      </m:e>
                      <m:sub>
                        <m:r>
                          <a:rPr lang="es-ES" sz="2000" b="0" i="1" smtClean="0">
                            <a:latin typeface="Cambria Math" panose="02040503050406030204" pitchFamily="18" charset="0"/>
                          </a:rPr>
                          <m:t>2</m:t>
                        </m:r>
                      </m:sub>
                      <m:sup>
                        <m:r>
                          <a:rPr lang="es-ES" sz="2000" i="1">
                            <a:latin typeface="Cambria Math" panose="02040503050406030204" pitchFamily="18" charset="0"/>
                          </a:rPr>
                          <m:t>(2)</m:t>
                        </m:r>
                      </m:sup>
                    </m:sSubSup>
                    <m:r>
                      <m:rPr>
                        <m:nor/>
                      </m:rPr>
                      <a:rPr lang="es-ES_tradnl" sz="2000" dirty="0"/>
                      <m:t>)</m:t>
                    </m:r>
                  </m:oMath>
                </a14:m>
                <a:r>
                  <a:rPr lang="es-ES_tradnl" sz="2000" dirty="0"/>
                  <a:t>=</a:t>
                </a:r>
                <a14:m>
                  <m:oMath xmlns:m="http://schemas.openxmlformats.org/officeDocument/2006/math">
                    <m:r>
                      <a:rPr lang="es-ES_tradnl" sz="2000" i="1" dirty="0">
                        <a:latin typeface="Cambria Math" panose="02040503050406030204" pitchFamily="18" charset="0"/>
                      </a:rPr>
                      <m:t>𝑔</m:t>
                    </m:r>
                    <m:r>
                      <m:rPr>
                        <m:nor/>
                      </m:rPr>
                      <a:rPr lang="es-ES_tradnl" sz="2000" dirty="0"/>
                      <m:t>(</m:t>
                    </m:r>
                    <m:sSubSup>
                      <m:sSubSupPr>
                        <m:ctrlPr>
                          <a:rPr lang="es-ES_tradnl" sz="2000" i="1">
                            <a:latin typeface="Cambria Math" panose="02040503050406030204" pitchFamily="18" charset="0"/>
                          </a:rPr>
                        </m:ctrlPr>
                      </m:sSubSupPr>
                      <m:e>
                        <m:r>
                          <a:rPr lang="es-ES" sz="2000" i="1">
                            <a:latin typeface="Cambria Math" panose="02040503050406030204" pitchFamily="18" charset="0"/>
                          </a:rPr>
                          <m:t>𝑧</m:t>
                        </m:r>
                      </m:e>
                      <m:sub>
                        <m:r>
                          <a:rPr lang="es-ES" sz="2000" b="0" i="1" smtClean="0">
                            <a:latin typeface="Cambria Math" panose="02040503050406030204" pitchFamily="18" charset="0"/>
                          </a:rPr>
                          <m:t>1</m:t>
                        </m:r>
                      </m:sub>
                      <m:sup>
                        <m:r>
                          <a:rPr lang="es-ES" sz="2000" i="1">
                            <a:latin typeface="Cambria Math" panose="02040503050406030204" pitchFamily="18" charset="0"/>
                          </a:rPr>
                          <m:t>(</m:t>
                        </m:r>
                        <m:r>
                          <a:rPr lang="es-ES" sz="2000" b="0" i="1" smtClean="0">
                            <a:latin typeface="Cambria Math" panose="02040503050406030204" pitchFamily="18" charset="0"/>
                          </a:rPr>
                          <m:t>3</m:t>
                        </m:r>
                        <m:r>
                          <a:rPr lang="es-ES" sz="2000" i="1">
                            <a:latin typeface="Cambria Math" panose="02040503050406030204" pitchFamily="18" charset="0"/>
                          </a:rPr>
                          <m:t>)</m:t>
                        </m:r>
                      </m:sup>
                    </m:sSubSup>
                    <m:r>
                      <m:rPr>
                        <m:nor/>
                      </m:rPr>
                      <a:rPr lang="es-ES_tradnl" sz="2000" dirty="0"/>
                      <m:t>)</m:t>
                    </m:r>
                  </m:oMath>
                </a14:m>
                <a:endParaRPr lang="es-ES_tradnl" sz="2000" dirty="0"/>
              </a:p>
              <a:p>
                <a:endParaRPr lang="es-ES_tradnl" sz="2000" dirty="0"/>
              </a:p>
            </p:txBody>
          </p:sp>
        </mc:Choice>
        <mc:Fallback xmlns="">
          <p:sp>
            <p:nvSpPr>
              <p:cNvPr id="5" name="Rectángulo 4">
                <a:extLst>
                  <a:ext uri="{FF2B5EF4-FFF2-40B4-BE49-F238E27FC236}">
                    <a16:creationId xmlns:a16="http://schemas.microsoft.com/office/drawing/2014/main" id="{003E274C-CA2E-054D-BEB1-0875FD57A003}"/>
                  </a:ext>
                </a:extLst>
              </p:cNvPr>
              <p:cNvSpPr>
                <a:spLocks noRot="1" noChangeAspect="1" noMove="1" noResize="1" noEditPoints="1" noAdjustHandles="1" noChangeArrowheads="1" noChangeShapeType="1" noTextEdit="1"/>
              </p:cNvSpPr>
              <p:nvPr/>
            </p:nvSpPr>
            <p:spPr>
              <a:xfrm>
                <a:off x="222029" y="3418467"/>
                <a:ext cx="5441426" cy="798424"/>
              </a:xfrm>
              <a:prstGeom prst="rect">
                <a:avLst/>
              </a:prstGeom>
              <a:blipFill>
                <a:blip r:embed="rId3"/>
                <a:stretch>
                  <a:fillRect/>
                </a:stretch>
              </a:blipFill>
            </p:spPr>
            <p:txBody>
              <a:bodyPr/>
              <a:lstStyle/>
              <a:p>
                <a:r>
                  <a:rPr lang="es-ES_tradnl">
                    <a:noFill/>
                  </a:rPr>
                  <a:t> </a:t>
                </a:r>
              </a:p>
            </p:txBody>
          </p:sp>
        </mc:Fallback>
      </mc:AlternateContent>
      <p:sp>
        <p:nvSpPr>
          <p:cNvPr id="6" name="Anillo 5">
            <a:extLst>
              <a:ext uri="{FF2B5EF4-FFF2-40B4-BE49-F238E27FC236}">
                <a16:creationId xmlns:a16="http://schemas.microsoft.com/office/drawing/2014/main" id="{72CC0D55-A8B8-A548-A117-E3B66980AAFE}"/>
              </a:ext>
            </a:extLst>
          </p:cNvPr>
          <p:cNvSpPr/>
          <p:nvPr/>
        </p:nvSpPr>
        <p:spPr>
          <a:xfrm>
            <a:off x="191058" y="201334"/>
            <a:ext cx="447197" cy="439284"/>
          </a:xfrm>
          <a:prstGeom prst="donut">
            <a:avLst>
              <a:gd name="adj" fmla="val 12037"/>
            </a:avLst>
          </a:prstGeom>
          <a:ln>
            <a:solidFill>
              <a:schemeClr val="accent1">
                <a:lumMod val="40000"/>
                <a:lumOff val="60000"/>
              </a:schemeClr>
            </a:solidFill>
          </a:ln>
          <a:effectLst>
            <a:glow rad="139700">
              <a:schemeClr val="accent5">
                <a:satMod val="175000"/>
                <a:alpha val="40000"/>
              </a:schemeClr>
            </a:glow>
            <a:innerShdw blurRad="63500" dist="508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ln w="0"/>
              <a:gradFill>
                <a:gsLst>
                  <a:gs pos="21000">
                    <a:srgbClr val="53575C"/>
                  </a:gs>
                  <a:gs pos="88000">
                    <a:srgbClr val="C5C7CA"/>
                  </a:gs>
                </a:gsLst>
                <a:lin ang="5400000"/>
              </a:gradFill>
            </a:endParaRPr>
          </a:p>
        </p:txBody>
      </p:sp>
      <p:sp>
        <p:nvSpPr>
          <p:cNvPr id="7" name="Anillo 6">
            <a:extLst>
              <a:ext uri="{FF2B5EF4-FFF2-40B4-BE49-F238E27FC236}">
                <a16:creationId xmlns:a16="http://schemas.microsoft.com/office/drawing/2014/main" id="{C0202AFD-C9B8-2846-979F-813FD037C6B6}"/>
              </a:ext>
            </a:extLst>
          </p:cNvPr>
          <p:cNvSpPr/>
          <p:nvPr/>
        </p:nvSpPr>
        <p:spPr>
          <a:xfrm>
            <a:off x="188712" y="746363"/>
            <a:ext cx="447197" cy="439284"/>
          </a:xfrm>
          <a:prstGeom prst="donut">
            <a:avLst>
              <a:gd name="adj" fmla="val 12037"/>
            </a:avLst>
          </a:prstGeom>
          <a:ln>
            <a:solidFill>
              <a:schemeClr val="accent1">
                <a:lumMod val="40000"/>
                <a:lumOff val="60000"/>
              </a:schemeClr>
            </a:solidFill>
          </a:ln>
          <a:effectLst>
            <a:glow rad="139700">
              <a:schemeClr val="accent5">
                <a:satMod val="175000"/>
                <a:alpha val="40000"/>
              </a:schemeClr>
            </a:glow>
            <a:innerShdw blurRad="63500" dist="508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ln w="0"/>
              <a:gradFill>
                <a:gsLst>
                  <a:gs pos="21000">
                    <a:srgbClr val="53575C"/>
                  </a:gs>
                  <a:gs pos="88000">
                    <a:srgbClr val="C5C7CA"/>
                  </a:gs>
                </a:gsLst>
                <a:lin ang="5400000"/>
              </a:gradFill>
            </a:endParaRPr>
          </a:p>
        </p:txBody>
      </p:sp>
      <p:sp>
        <p:nvSpPr>
          <p:cNvPr id="8" name="Anillo 7">
            <a:extLst>
              <a:ext uri="{FF2B5EF4-FFF2-40B4-BE49-F238E27FC236}">
                <a16:creationId xmlns:a16="http://schemas.microsoft.com/office/drawing/2014/main" id="{9D7F05FF-7A36-5E49-8451-D7158A5AD0D7}"/>
              </a:ext>
            </a:extLst>
          </p:cNvPr>
          <p:cNvSpPr/>
          <p:nvPr/>
        </p:nvSpPr>
        <p:spPr>
          <a:xfrm>
            <a:off x="202357" y="1355886"/>
            <a:ext cx="447197" cy="439284"/>
          </a:xfrm>
          <a:prstGeom prst="donut">
            <a:avLst>
              <a:gd name="adj" fmla="val 12037"/>
            </a:avLst>
          </a:prstGeom>
          <a:ln>
            <a:solidFill>
              <a:schemeClr val="accent1">
                <a:lumMod val="40000"/>
                <a:lumOff val="60000"/>
              </a:schemeClr>
            </a:solidFill>
          </a:ln>
          <a:effectLst>
            <a:glow rad="139700">
              <a:schemeClr val="accent5">
                <a:satMod val="175000"/>
                <a:alpha val="40000"/>
              </a:schemeClr>
            </a:glow>
            <a:innerShdw blurRad="63500" dist="508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ln w="0"/>
              <a:gradFill>
                <a:gsLst>
                  <a:gs pos="21000">
                    <a:srgbClr val="53575C"/>
                  </a:gs>
                  <a:gs pos="88000">
                    <a:srgbClr val="C5C7CA"/>
                  </a:gs>
                </a:gsLst>
                <a:lin ang="5400000"/>
              </a:gradFill>
            </a:endParaRPr>
          </a:p>
        </p:txBody>
      </p:sp>
      <p:sp>
        <p:nvSpPr>
          <p:cNvPr id="9" name="Anillo 8">
            <a:extLst>
              <a:ext uri="{FF2B5EF4-FFF2-40B4-BE49-F238E27FC236}">
                <a16:creationId xmlns:a16="http://schemas.microsoft.com/office/drawing/2014/main" id="{8AF6E146-3E2E-FF44-91D1-D09E53483BDE}"/>
              </a:ext>
            </a:extLst>
          </p:cNvPr>
          <p:cNvSpPr/>
          <p:nvPr/>
        </p:nvSpPr>
        <p:spPr>
          <a:xfrm>
            <a:off x="1532595" y="465583"/>
            <a:ext cx="447197" cy="439284"/>
          </a:xfrm>
          <a:prstGeom prst="donut">
            <a:avLst>
              <a:gd name="adj" fmla="val 12037"/>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D118DBE9-9638-D540-8A2A-A68AE7A7FFBB}"/>
                  </a:ext>
                </a:extLst>
              </p:cNvPr>
              <p:cNvSpPr txBox="1"/>
              <p:nvPr/>
            </p:nvSpPr>
            <p:spPr>
              <a:xfrm>
                <a:off x="714922" y="171922"/>
                <a:ext cx="141282" cy="1392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1</m:t>
                          </m:r>
                        </m:sub>
                      </m:sSub>
                    </m:oMath>
                  </m:oMathPara>
                </a14:m>
                <a:endParaRPr lang="es-ES_tradnl" dirty="0"/>
              </a:p>
            </p:txBody>
          </p:sp>
        </mc:Choice>
        <mc:Fallback xmlns="">
          <p:sp>
            <p:nvSpPr>
              <p:cNvPr id="10" name="CuadroTexto 9">
                <a:extLst>
                  <a:ext uri="{FF2B5EF4-FFF2-40B4-BE49-F238E27FC236}">
                    <a16:creationId xmlns:a16="http://schemas.microsoft.com/office/drawing/2014/main" id="{D118DBE9-9638-D540-8A2A-A68AE7A7FFBB}"/>
                  </a:ext>
                </a:extLst>
              </p:cNvPr>
              <p:cNvSpPr txBox="1">
                <a:spLocks noRot="1" noChangeAspect="1" noMove="1" noResize="1" noEditPoints="1" noAdjustHandles="1" noChangeArrowheads="1" noChangeShapeType="1" noTextEdit="1"/>
              </p:cNvSpPr>
              <p:nvPr/>
            </p:nvSpPr>
            <p:spPr>
              <a:xfrm>
                <a:off x="714922" y="171922"/>
                <a:ext cx="141282" cy="139233"/>
              </a:xfrm>
              <a:prstGeom prst="rect">
                <a:avLst/>
              </a:prstGeom>
              <a:blipFill>
                <a:blip r:embed="rId4"/>
                <a:stretch>
                  <a:fillRect l="-41667" r="-83333" b="-11666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C3340F4-0002-CC42-AF0E-8AB49765A21B}"/>
                  </a:ext>
                </a:extLst>
              </p:cNvPr>
              <p:cNvSpPr txBox="1"/>
              <p:nvPr/>
            </p:nvSpPr>
            <p:spPr>
              <a:xfrm>
                <a:off x="624610" y="603351"/>
                <a:ext cx="144005" cy="1392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2</m:t>
                          </m:r>
                        </m:sub>
                      </m:sSub>
                    </m:oMath>
                  </m:oMathPara>
                </a14:m>
                <a:endParaRPr lang="es-ES_tradnl" dirty="0"/>
              </a:p>
            </p:txBody>
          </p:sp>
        </mc:Choice>
        <mc:Fallback xmlns="">
          <p:sp>
            <p:nvSpPr>
              <p:cNvPr id="11" name="CuadroTexto 10">
                <a:extLst>
                  <a:ext uri="{FF2B5EF4-FFF2-40B4-BE49-F238E27FC236}">
                    <a16:creationId xmlns:a16="http://schemas.microsoft.com/office/drawing/2014/main" id="{6C3340F4-0002-CC42-AF0E-8AB49765A21B}"/>
                  </a:ext>
                </a:extLst>
              </p:cNvPr>
              <p:cNvSpPr txBox="1">
                <a:spLocks noRot="1" noChangeAspect="1" noMove="1" noResize="1" noEditPoints="1" noAdjustHandles="1" noChangeArrowheads="1" noChangeShapeType="1" noTextEdit="1"/>
              </p:cNvSpPr>
              <p:nvPr/>
            </p:nvSpPr>
            <p:spPr>
              <a:xfrm>
                <a:off x="624610" y="603351"/>
                <a:ext cx="144005" cy="139233"/>
              </a:xfrm>
              <a:prstGeom prst="rect">
                <a:avLst/>
              </a:prstGeom>
              <a:blipFill>
                <a:blip r:embed="rId5"/>
                <a:stretch>
                  <a:fillRect l="-30769" r="-76923" b="-11666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7DF8E17B-4851-DA48-B479-D51B5D8DB265}"/>
                  </a:ext>
                </a:extLst>
              </p:cNvPr>
              <p:cNvSpPr txBox="1"/>
              <p:nvPr/>
            </p:nvSpPr>
            <p:spPr>
              <a:xfrm>
                <a:off x="712199" y="1503726"/>
                <a:ext cx="144005" cy="1392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3</m:t>
                          </m:r>
                        </m:sub>
                      </m:sSub>
                    </m:oMath>
                  </m:oMathPara>
                </a14:m>
                <a:endParaRPr lang="es-ES_tradnl" dirty="0"/>
              </a:p>
            </p:txBody>
          </p:sp>
        </mc:Choice>
        <mc:Fallback xmlns="">
          <p:sp>
            <p:nvSpPr>
              <p:cNvPr id="12" name="CuadroTexto 11">
                <a:extLst>
                  <a:ext uri="{FF2B5EF4-FFF2-40B4-BE49-F238E27FC236}">
                    <a16:creationId xmlns:a16="http://schemas.microsoft.com/office/drawing/2014/main" id="{7DF8E17B-4851-DA48-B479-D51B5D8DB265}"/>
                  </a:ext>
                </a:extLst>
              </p:cNvPr>
              <p:cNvSpPr txBox="1">
                <a:spLocks noRot="1" noChangeAspect="1" noMove="1" noResize="1" noEditPoints="1" noAdjustHandles="1" noChangeArrowheads="1" noChangeShapeType="1" noTextEdit="1"/>
              </p:cNvSpPr>
              <p:nvPr/>
            </p:nvSpPr>
            <p:spPr>
              <a:xfrm>
                <a:off x="712199" y="1503726"/>
                <a:ext cx="144005" cy="139233"/>
              </a:xfrm>
              <a:prstGeom prst="rect">
                <a:avLst/>
              </a:prstGeom>
              <a:blipFill>
                <a:blip r:embed="rId6"/>
                <a:stretch>
                  <a:fillRect l="-41667" r="-83333" b="-116667"/>
                </a:stretch>
              </a:blipFill>
            </p:spPr>
            <p:txBody>
              <a:bodyPr/>
              <a:lstStyle/>
              <a:p>
                <a:r>
                  <a:rPr lang="es-ES_tradnl">
                    <a:noFill/>
                  </a:rPr>
                  <a:t> </a:t>
                </a:r>
              </a:p>
            </p:txBody>
          </p:sp>
        </mc:Fallback>
      </mc:AlternateContent>
      <p:cxnSp>
        <p:nvCxnSpPr>
          <p:cNvPr id="13" name="Conector recto de flecha 12">
            <a:extLst>
              <a:ext uri="{FF2B5EF4-FFF2-40B4-BE49-F238E27FC236}">
                <a16:creationId xmlns:a16="http://schemas.microsoft.com/office/drawing/2014/main" id="{193E6B84-C6FC-814C-8731-6711CB7B3559}"/>
              </a:ext>
            </a:extLst>
          </p:cNvPr>
          <p:cNvCxnSpPr>
            <a:cxnSpLocks/>
            <a:stCxn id="6" idx="6"/>
            <a:endCxn id="9" idx="2"/>
          </p:cNvCxnSpPr>
          <p:nvPr/>
        </p:nvCxnSpPr>
        <p:spPr>
          <a:xfrm>
            <a:off x="638255" y="420976"/>
            <a:ext cx="894340" cy="2642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ector recto de flecha 13">
            <a:extLst>
              <a:ext uri="{FF2B5EF4-FFF2-40B4-BE49-F238E27FC236}">
                <a16:creationId xmlns:a16="http://schemas.microsoft.com/office/drawing/2014/main" id="{1E17EFAC-C266-C943-8F57-7326293AABEC}"/>
              </a:ext>
            </a:extLst>
          </p:cNvPr>
          <p:cNvCxnSpPr>
            <a:cxnSpLocks/>
            <a:stCxn id="7" idx="6"/>
            <a:endCxn id="9" idx="2"/>
          </p:cNvCxnSpPr>
          <p:nvPr/>
        </p:nvCxnSpPr>
        <p:spPr>
          <a:xfrm flipV="1">
            <a:off x="635909" y="685225"/>
            <a:ext cx="896686" cy="2807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1389D0DB-31BD-F444-BDD5-705FAD2F6182}"/>
              </a:ext>
            </a:extLst>
          </p:cNvPr>
          <p:cNvCxnSpPr>
            <a:cxnSpLocks/>
            <a:stCxn id="8" idx="6"/>
            <a:endCxn id="9" idx="2"/>
          </p:cNvCxnSpPr>
          <p:nvPr/>
        </p:nvCxnSpPr>
        <p:spPr>
          <a:xfrm flipV="1">
            <a:off x="649554" y="685225"/>
            <a:ext cx="883041" cy="8903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3C9A59DF-9CA7-2F44-A317-A33AE8EBF7A6}"/>
              </a:ext>
            </a:extLst>
          </p:cNvPr>
          <p:cNvCxnSpPr>
            <a:cxnSpLocks/>
            <a:stCxn id="9" idx="6"/>
            <a:endCxn id="23" idx="2"/>
          </p:cNvCxnSpPr>
          <p:nvPr/>
        </p:nvCxnSpPr>
        <p:spPr>
          <a:xfrm>
            <a:off x="1979792" y="685225"/>
            <a:ext cx="709817" cy="2901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Anillo 16">
            <a:extLst>
              <a:ext uri="{FF2B5EF4-FFF2-40B4-BE49-F238E27FC236}">
                <a16:creationId xmlns:a16="http://schemas.microsoft.com/office/drawing/2014/main" id="{7E33DB97-E290-EA48-9E40-9EF3C5FF7D96}"/>
              </a:ext>
            </a:extLst>
          </p:cNvPr>
          <p:cNvSpPr/>
          <p:nvPr/>
        </p:nvSpPr>
        <p:spPr>
          <a:xfrm>
            <a:off x="1543894" y="1064442"/>
            <a:ext cx="447197" cy="439284"/>
          </a:xfrm>
          <a:prstGeom prst="donut">
            <a:avLst>
              <a:gd name="adj" fmla="val 12037"/>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7DAD522D-5D13-C042-85F3-B3428CAE5486}"/>
                  </a:ext>
                </a:extLst>
              </p:cNvPr>
              <p:cNvSpPr txBox="1"/>
              <p:nvPr/>
            </p:nvSpPr>
            <p:spPr>
              <a:xfrm>
                <a:off x="2002201" y="376472"/>
                <a:ext cx="197224" cy="15457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s-ES_tradnl" sz="1600" i="1" smtClean="0">
                              <a:latin typeface="Cambria Math" panose="02040503050406030204" pitchFamily="18" charset="0"/>
                            </a:rPr>
                          </m:ctrlPr>
                        </m:sSubSupPr>
                        <m:e>
                          <m:r>
                            <a:rPr lang="es-ES" sz="1600" b="0" i="1" smtClean="0">
                              <a:latin typeface="Cambria Math" panose="02040503050406030204" pitchFamily="18" charset="0"/>
                            </a:rPr>
                            <m:t>𝑎</m:t>
                          </m:r>
                        </m:e>
                        <m:sub>
                          <m:r>
                            <a:rPr lang="es-ES" sz="1600" b="0" i="1" smtClean="0">
                              <a:latin typeface="Cambria Math" panose="02040503050406030204" pitchFamily="18" charset="0"/>
                            </a:rPr>
                            <m:t>1</m:t>
                          </m:r>
                        </m:sub>
                        <m:sup>
                          <m:r>
                            <a:rPr lang="es-ES" sz="1600" b="0" i="1" smtClean="0">
                              <a:latin typeface="Cambria Math" panose="02040503050406030204" pitchFamily="18" charset="0"/>
                            </a:rPr>
                            <m:t>(2)</m:t>
                          </m:r>
                        </m:sup>
                      </m:sSubSup>
                    </m:oMath>
                  </m:oMathPara>
                </a14:m>
                <a:endParaRPr lang="es-ES_tradnl" sz="1600" dirty="0"/>
              </a:p>
            </p:txBody>
          </p:sp>
        </mc:Choice>
        <mc:Fallback xmlns="">
          <p:sp>
            <p:nvSpPr>
              <p:cNvPr id="18" name="CuadroTexto 17">
                <a:extLst>
                  <a:ext uri="{FF2B5EF4-FFF2-40B4-BE49-F238E27FC236}">
                    <a16:creationId xmlns:a16="http://schemas.microsoft.com/office/drawing/2014/main" id="{7DAD522D-5D13-C042-85F3-B3428CAE5486}"/>
                  </a:ext>
                </a:extLst>
              </p:cNvPr>
              <p:cNvSpPr txBox="1">
                <a:spLocks noRot="1" noChangeAspect="1" noMove="1" noResize="1" noEditPoints="1" noAdjustHandles="1" noChangeArrowheads="1" noChangeShapeType="1" noTextEdit="1"/>
              </p:cNvSpPr>
              <p:nvPr/>
            </p:nvSpPr>
            <p:spPr>
              <a:xfrm>
                <a:off x="2002201" y="376472"/>
                <a:ext cx="197224" cy="154574"/>
              </a:xfrm>
              <a:prstGeom prst="rect">
                <a:avLst/>
              </a:prstGeom>
              <a:blipFill>
                <a:blip r:embed="rId7"/>
                <a:stretch>
                  <a:fillRect l="-23529" t="-7692" r="-94118" b="-123077"/>
                </a:stretch>
              </a:blipFill>
            </p:spPr>
            <p:txBody>
              <a:bodyPr/>
              <a:lstStyle/>
              <a:p>
                <a:r>
                  <a:rPr lang="es-ES_tradnl">
                    <a:noFill/>
                  </a:rPr>
                  <a:t> </a:t>
                </a:r>
              </a:p>
            </p:txBody>
          </p:sp>
        </mc:Fallback>
      </mc:AlternateContent>
      <p:cxnSp>
        <p:nvCxnSpPr>
          <p:cNvPr id="19" name="Conector recto de flecha 18">
            <a:extLst>
              <a:ext uri="{FF2B5EF4-FFF2-40B4-BE49-F238E27FC236}">
                <a16:creationId xmlns:a16="http://schemas.microsoft.com/office/drawing/2014/main" id="{E5ACA5E3-0FA6-CB46-B734-1B3EA14840CB}"/>
              </a:ext>
            </a:extLst>
          </p:cNvPr>
          <p:cNvCxnSpPr>
            <a:cxnSpLocks/>
            <a:stCxn id="6" idx="6"/>
            <a:endCxn id="17" idx="2"/>
          </p:cNvCxnSpPr>
          <p:nvPr/>
        </p:nvCxnSpPr>
        <p:spPr>
          <a:xfrm>
            <a:off x="638255" y="420976"/>
            <a:ext cx="905639" cy="8631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Conector recto de flecha 19">
            <a:extLst>
              <a:ext uri="{FF2B5EF4-FFF2-40B4-BE49-F238E27FC236}">
                <a16:creationId xmlns:a16="http://schemas.microsoft.com/office/drawing/2014/main" id="{E8AA7AE4-F05E-3749-B7D9-57C2CC8745DB}"/>
              </a:ext>
            </a:extLst>
          </p:cNvPr>
          <p:cNvCxnSpPr>
            <a:cxnSpLocks/>
            <a:stCxn id="7" idx="6"/>
            <a:endCxn id="17" idx="2"/>
          </p:cNvCxnSpPr>
          <p:nvPr/>
        </p:nvCxnSpPr>
        <p:spPr>
          <a:xfrm>
            <a:off x="635909" y="966005"/>
            <a:ext cx="907985" cy="3180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ector recto de flecha 20">
            <a:extLst>
              <a:ext uri="{FF2B5EF4-FFF2-40B4-BE49-F238E27FC236}">
                <a16:creationId xmlns:a16="http://schemas.microsoft.com/office/drawing/2014/main" id="{F04F6549-1635-224F-868E-B204DE5919EF}"/>
              </a:ext>
            </a:extLst>
          </p:cNvPr>
          <p:cNvCxnSpPr>
            <a:cxnSpLocks/>
            <a:stCxn id="8" idx="6"/>
            <a:endCxn id="17" idx="2"/>
          </p:cNvCxnSpPr>
          <p:nvPr/>
        </p:nvCxnSpPr>
        <p:spPr>
          <a:xfrm flipV="1">
            <a:off x="649554" y="1284084"/>
            <a:ext cx="894340" cy="291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5F3CE099-9309-2B4C-8C31-27B17C7D7C27}"/>
              </a:ext>
            </a:extLst>
          </p:cNvPr>
          <p:cNvCxnSpPr>
            <a:cxnSpLocks/>
            <a:stCxn id="17" idx="6"/>
            <a:endCxn id="23" idx="2"/>
          </p:cNvCxnSpPr>
          <p:nvPr/>
        </p:nvCxnSpPr>
        <p:spPr>
          <a:xfrm flipV="1">
            <a:off x="1991091" y="975331"/>
            <a:ext cx="698518" cy="3087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Anillo 22">
            <a:extLst>
              <a:ext uri="{FF2B5EF4-FFF2-40B4-BE49-F238E27FC236}">
                <a16:creationId xmlns:a16="http://schemas.microsoft.com/office/drawing/2014/main" id="{CE8B2296-E88A-6948-A396-88A252264DF7}"/>
              </a:ext>
            </a:extLst>
          </p:cNvPr>
          <p:cNvSpPr/>
          <p:nvPr/>
        </p:nvSpPr>
        <p:spPr>
          <a:xfrm>
            <a:off x="2689610" y="755689"/>
            <a:ext cx="447197" cy="439284"/>
          </a:xfrm>
          <a:prstGeom prst="donut">
            <a:avLst>
              <a:gd name="adj" fmla="val 12037"/>
            </a:avLst>
          </a:prstGeom>
          <a:effectLst>
            <a:glow rad="228600">
              <a:schemeClr val="accent3">
                <a:satMod val="175000"/>
                <a:alpha val="40000"/>
              </a:schemeClr>
            </a:glow>
            <a:outerShdw blurRad="40000" dist="23000" dir="5400000" rotWithShape="0">
              <a:srgbClr val="000000">
                <a:alpha val="35000"/>
              </a:srgbClr>
            </a:outerShdw>
          </a:effectLst>
        </p:spPr>
        <p:style>
          <a:lnRef idx="1">
            <a:schemeClr val="accent3"/>
          </a:lnRef>
          <a:fillRef idx="3">
            <a:schemeClr val="accent3"/>
          </a:fillRef>
          <a:effectRef idx="2">
            <a:schemeClr val="accent3"/>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24" name="Rectángulo 23">
                <a:extLst>
                  <a:ext uri="{FF2B5EF4-FFF2-40B4-BE49-F238E27FC236}">
                    <a16:creationId xmlns:a16="http://schemas.microsoft.com/office/drawing/2014/main" id="{B6DFD752-038D-3946-8F1B-32BB955504BC}"/>
                  </a:ext>
                </a:extLst>
              </p:cNvPr>
              <p:cNvSpPr/>
              <p:nvPr/>
            </p:nvSpPr>
            <p:spPr>
              <a:xfrm>
                <a:off x="1979792" y="1193010"/>
                <a:ext cx="291717" cy="20659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s-ES_tradnl" sz="1600" i="1" smtClean="0">
                              <a:latin typeface="Cambria Math" panose="02040503050406030204" pitchFamily="18" charset="0"/>
                            </a:rPr>
                          </m:ctrlPr>
                        </m:sSubSupPr>
                        <m:e>
                          <m:r>
                            <a:rPr lang="es-ES" sz="1600" i="1">
                              <a:latin typeface="Cambria Math" panose="02040503050406030204" pitchFamily="18" charset="0"/>
                            </a:rPr>
                            <m:t>𝑎</m:t>
                          </m:r>
                        </m:e>
                        <m:sub>
                          <m:r>
                            <a:rPr lang="es-ES" sz="1600" b="0" i="1" smtClean="0">
                              <a:latin typeface="Cambria Math" panose="02040503050406030204" pitchFamily="18" charset="0"/>
                            </a:rPr>
                            <m:t>2</m:t>
                          </m:r>
                        </m:sub>
                        <m:sup>
                          <m:r>
                            <a:rPr lang="es-ES" sz="1600" i="1">
                              <a:latin typeface="Cambria Math" panose="02040503050406030204" pitchFamily="18" charset="0"/>
                            </a:rPr>
                            <m:t>(2)</m:t>
                          </m:r>
                        </m:sup>
                      </m:sSubSup>
                    </m:oMath>
                  </m:oMathPara>
                </a14:m>
                <a:endParaRPr lang="es-ES_tradnl" sz="1600" dirty="0"/>
              </a:p>
            </p:txBody>
          </p:sp>
        </mc:Choice>
        <mc:Fallback xmlns="">
          <p:sp>
            <p:nvSpPr>
              <p:cNvPr id="24" name="Rectángulo 23">
                <a:extLst>
                  <a:ext uri="{FF2B5EF4-FFF2-40B4-BE49-F238E27FC236}">
                    <a16:creationId xmlns:a16="http://schemas.microsoft.com/office/drawing/2014/main" id="{B6DFD752-038D-3946-8F1B-32BB955504BC}"/>
                  </a:ext>
                </a:extLst>
              </p:cNvPr>
              <p:cNvSpPr>
                <a:spLocks noRot="1" noChangeAspect="1" noMove="1" noResize="1" noEditPoints="1" noAdjustHandles="1" noChangeArrowheads="1" noChangeShapeType="1" noTextEdit="1"/>
              </p:cNvSpPr>
              <p:nvPr/>
            </p:nvSpPr>
            <p:spPr>
              <a:xfrm>
                <a:off x="1979792" y="1193010"/>
                <a:ext cx="291717" cy="206593"/>
              </a:xfrm>
              <a:prstGeom prst="rect">
                <a:avLst/>
              </a:prstGeom>
              <a:blipFill>
                <a:blip r:embed="rId8"/>
                <a:stretch>
                  <a:fillRect r="-62500" b="-88235"/>
                </a:stretch>
              </a:blipFill>
            </p:spPr>
            <p:txBody>
              <a:bodyPr/>
              <a:lstStyle/>
              <a:p>
                <a:r>
                  <a:rPr lang="es-ES_tradnl">
                    <a:noFill/>
                  </a:rPr>
                  <a:t> </a:t>
                </a:r>
              </a:p>
            </p:txBody>
          </p:sp>
        </mc:Fallback>
      </mc:AlternateContent>
      <p:cxnSp>
        <p:nvCxnSpPr>
          <p:cNvPr id="25" name="Conector recto de flecha 24">
            <a:extLst>
              <a:ext uri="{FF2B5EF4-FFF2-40B4-BE49-F238E27FC236}">
                <a16:creationId xmlns:a16="http://schemas.microsoft.com/office/drawing/2014/main" id="{60B3848F-4087-2E4B-9002-84180C2D085E}"/>
              </a:ext>
            </a:extLst>
          </p:cNvPr>
          <p:cNvCxnSpPr>
            <a:stCxn id="23" idx="6"/>
          </p:cNvCxnSpPr>
          <p:nvPr/>
        </p:nvCxnSpPr>
        <p:spPr>
          <a:xfrm flipV="1">
            <a:off x="3136807" y="974483"/>
            <a:ext cx="399443" cy="8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6" name="Rectángulo 25">
                <a:extLst>
                  <a:ext uri="{FF2B5EF4-FFF2-40B4-BE49-F238E27FC236}">
                    <a16:creationId xmlns:a16="http://schemas.microsoft.com/office/drawing/2014/main" id="{E928EA7E-F4D5-C749-93CB-DAF4BA9B8F55}"/>
                  </a:ext>
                </a:extLst>
              </p:cNvPr>
              <p:cNvSpPr/>
              <p:nvPr/>
            </p:nvSpPr>
            <p:spPr>
              <a:xfrm>
                <a:off x="3114865" y="596673"/>
                <a:ext cx="765951" cy="369332"/>
              </a:xfrm>
              <a:prstGeom prst="rect">
                <a:avLst/>
              </a:prstGeom>
            </p:spPr>
            <p:txBody>
              <a:bodyPr wrap="square">
                <a:spAutoFit/>
              </a:bodyPr>
              <a:lstStyle/>
              <a:p>
                <a14:m>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𝐹</m:t>
                        </m:r>
                      </m:e>
                      <m:sub>
                        <m:r>
                          <a:rPr lang="es-ES" i="1" smtClean="0">
                            <a:latin typeface="Cambria Math" panose="02040503050406030204" pitchFamily="18" charset="0"/>
                            <a:ea typeface="Cambria Math" panose="02040503050406030204" pitchFamily="18" charset="0"/>
                          </a:rPr>
                          <m:t>𝚯</m:t>
                        </m:r>
                      </m:sub>
                    </m:sSub>
                  </m:oMath>
                </a14:m>
                <a:r>
                  <a:rPr lang="es-ES_tradnl" dirty="0"/>
                  <a:t>(</a:t>
                </a:r>
                <a:r>
                  <a:rPr lang="es-ES_tradnl" b="1" dirty="0"/>
                  <a:t>x</a:t>
                </a:r>
                <a:r>
                  <a:rPr lang="es-ES_tradnl" dirty="0"/>
                  <a:t>)</a:t>
                </a:r>
              </a:p>
            </p:txBody>
          </p:sp>
        </mc:Choice>
        <mc:Fallback xmlns="">
          <p:sp>
            <p:nvSpPr>
              <p:cNvPr id="26" name="Rectángulo 25">
                <a:extLst>
                  <a:ext uri="{FF2B5EF4-FFF2-40B4-BE49-F238E27FC236}">
                    <a16:creationId xmlns:a16="http://schemas.microsoft.com/office/drawing/2014/main" id="{E928EA7E-F4D5-C749-93CB-DAF4BA9B8F55}"/>
                  </a:ext>
                </a:extLst>
              </p:cNvPr>
              <p:cNvSpPr>
                <a:spLocks noRot="1" noChangeAspect="1" noMove="1" noResize="1" noEditPoints="1" noAdjustHandles="1" noChangeArrowheads="1" noChangeShapeType="1" noTextEdit="1"/>
              </p:cNvSpPr>
              <p:nvPr/>
            </p:nvSpPr>
            <p:spPr>
              <a:xfrm>
                <a:off x="3114865" y="596673"/>
                <a:ext cx="765951" cy="369332"/>
              </a:xfrm>
              <a:prstGeom prst="rect">
                <a:avLst/>
              </a:prstGeom>
              <a:blipFill>
                <a:blip r:embed="rId9"/>
                <a:stretch>
                  <a:fillRect t="-10345" b="-27586"/>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7" name="Rectángulo 26">
                <a:extLst>
                  <a:ext uri="{FF2B5EF4-FFF2-40B4-BE49-F238E27FC236}">
                    <a16:creationId xmlns:a16="http://schemas.microsoft.com/office/drawing/2014/main" id="{480031E4-9CA2-0E49-9851-DB164A8422E5}"/>
                  </a:ext>
                </a:extLst>
              </p:cNvPr>
              <p:cNvSpPr/>
              <p:nvPr/>
            </p:nvSpPr>
            <p:spPr>
              <a:xfrm>
                <a:off x="99829" y="2413395"/>
                <a:ext cx="5859938" cy="4789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s-ES_tradnl" sz="2000" i="1">
                              <a:latin typeface="Cambria Math" panose="02040503050406030204" pitchFamily="18" charset="0"/>
                            </a:rPr>
                          </m:ctrlPr>
                        </m:sSubSupPr>
                        <m:e>
                          <m:r>
                            <a:rPr lang="es-ES" sz="2000" i="1">
                              <a:latin typeface="Cambria Math" panose="02040503050406030204" pitchFamily="18" charset="0"/>
                            </a:rPr>
                            <m:t>𝑎</m:t>
                          </m:r>
                        </m:e>
                        <m:sub>
                          <m:r>
                            <a:rPr lang="es-ES" sz="2000" i="1">
                              <a:latin typeface="Cambria Math" panose="02040503050406030204" pitchFamily="18" charset="0"/>
                            </a:rPr>
                            <m:t>2</m:t>
                          </m:r>
                        </m:sub>
                        <m:sup>
                          <m:r>
                            <a:rPr lang="es-ES" sz="2000" i="1">
                              <a:latin typeface="Cambria Math" panose="02040503050406030204" pitchFamily="18" charset="0"/>
                            </a:rPr>
                            <m:t>(2)</m:t>
                          </m:r>
                        </m:sup>
                      </m:sSubSup>
                      <m:r>
                        <a:rPr lang="es-ES" sz="2000" i="1">
                          <a:latin typeface="Cambria Math" panose="02040503050406030204" pitchFamily="18" charset="0"/>
                        </a:rPr>
                        <m:t>=</m:t>
                      </m:r>
                      <m:r>
                        <a:rPr lang="es-ES_tradnl" sz="2000" i="1" dirty="0">
                          <a:latin typeface="Cambria Math" panose="02040503050406030204" pitchFamily="18" charset="0"/>
                        </a:rPr>
                        <m:t>𝑔</m:t>
                      </m:r>
                      <m:r>
                        <m:rPr>
                          <m:nor/>
                        </m:rPr>
                        <a:rPr lang="es-ES_tradnl" sz="2000" dirty="0"/>
                        <m:t>(</m:t>
                      </m:r>
                      <m:sSub>
                        <m:sSubPr>
                          <m:ctrlPr>
                            <a:rPr lang="es-ES_tradnl" sz="2000" i="1" dirty="0">
                              <a:latin typeface="Cambria Math" panose="02040503050406030204" pitchFamily="18" charset="0"/>
                            </a:rPr>
                          </m:ctrlPr>
                        </m:sSubPr>
                        <m:e>
                          <m:sSubSup>
                            <m:sSubSupPr>
                              <m:ctrlPr>
                                <a:rPr lang="es-ES_tradnl" sz="2000" i="1" dirty="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a:latin typeface="Cambria Math" panose="02040503050406030204" pitchFamily="18" charset="0"/>
                                  <a:ea typeface="Cambria Math" panose="02040503050406030204" pitchFamily="18" charset="0"/>
                                </a:rPr>
                                <m:t>2</m:t>
                              </m:r>
                              <m:r>
                                <a:rPr lang="es-ES" sz="2000" i="1" dirty="0">
                                  <a:latin typeface="Cambria Math" panose="02040503050406030204" pitchFamily="18" charset="0"/>
                                </a:rPr>
                                <m:t>0</m:t>
                              </m:r>
                            </m:sub>
                            <m:sup>
                              <m:r>
                                <a:rPr lang="es-ES" sz="2000" i="1" dirty="0">
                                  <a:latin typeface="Cambria Math" panose="02040503050406030204" pitchFamily="18" charset="0"/>
                                </a:rPr>
                                <m:t>(1)</m:t>
                              </m:r>
                            </m:sup>
                          </m:sSubSup>
                          <m:r>
                            <a:rPr lang="es-ES" sz="2000" i="1" dirty="0">
                              <a:latin typeface="Cambria Math" panose="02040503050406030204" pitchFamily="18" charset="0"/>
                            </a:rPr>
                            <m:t>𝑥</m:t>
                          </m:r>
                        </m:e>
                        <m:sub>
                          <m:r>
                            <a:rPr lang="es-ES" sz="2000" i="1" dirty="0">
                              <a:latin typeface="Cambria Math" panose="02040503050406030204" pitchFamily="18" charset="0"/>
                            </a:rPr>
                            <m:t>0</m:t>
                          </m:r>
                        </m:sub>
                      </m:sSub>
                      <m:r>
                        <a:rPr lang="es-ES" sz="2000" i="1" dirty="0">
                          <a:latin typeface="Cambria Math" panose="02040503050406030204" pitchFamily="18" charset="0"/>
                        </a:rPr>
                        <m:t>+</m:t>
                      </m:r>
                      <m:sSubSup>
                        <m:sSubSupPr>
                          <m:ctrlPr>
                            <a:rPr lang="es-ES_tradnl" sz="2000" i="1" dirty="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dirty="0">
                              <a:latin typeface="Cambria Math" panose="02040503050406030204" pitchFamily="18" charset="0"/>
                            </a:rPr>
                            <m:t>21</m:t>
                          </m:r>
                        </m:sub>
                        <m:sup>
                          <m:r>
                            <a:rPr lang="es-ES" sz="2000" i="1" dirty="0">
                              <a:latin typeface="Cambria Math" panose="02040503050406030204" pitchFamily="18" charset="0"/>
                            </a:rPr>
                            <m:t>(1)</m:t>
                          </m:r>
                        </m:sup>
                      </m:sSubSup>
                      <m:sSub>
                        <m:sSubPr>
                          <m:ctrlPr>
                            <a:rPr lang="es-ES_tradnl" sz="2000" i="1" dirty="0">
                              <a:latin typeface="Cambria Math" panose="02040503050406030204" pitchFamily="18" charset="0"/>
                            </a:rPr>
                          </m:ctrlPr>
                        </m:sSubPr>
                        <m:e>
                          <m:r>
                            <a:rPr lang="es-ES" sz="2000" i="1" dirty="0">
                              <a:latin typeface="Cambria Math" panose="02040503050406030204" pitchFamily="18" charset="0"/>
                            </a:rPr>
                            <m:t>𝑥</m:t>
                          </m:r>
                        </m:e>
                        <m:sub>
                          <m:r>
                            <a:rPr lang="es-ES" sz="2000" i="1">
                              <a:latin typeface="Cambria Math" panose="02040503050406030204" pitchFamily="18" charset="0"/>
                              <a:ea typeface="Cambria Math" panose="02040503050406030204" pitchFamily="18" charset="0"/>
                            </a:rPr>
                            <m:t>1</m:t>
                          </m:r>
                        </m:sub>
                      </m:sSub>
                      <m:r>
                        <a:rPr lang="es-ES" sz="2000" i="1" dirty="0">
                          <a:latin typeface="Cambria Math" panose="02040503050406030204" pitchFamily="18" charset="0"/>
                        </a:rPr>
                        <m:t>+</m:t>
                      </m:r>
                      <m:sSubSup>
                        <m:sSubSupPr>
                          <m:ctrlPr>
                            <a:rPr lang="es-ES_tradnl" sz="2000" i="1" dirty="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dirty="0">
                              <a:latin typeface="Cambria Math" panose="02040503050406030204" pitchFamily="18" charset="0"/>
                            </a:rPr>
                            <m:t>22</m:t>
                          </m:r>
                        </m:sub>
                        <m:sup>
                          <m:r>
                            <a:rPr lang="es-ES" sz="2000" i="1" dirty="0">
                              <a:latin typeface="Cambria Math" panose="02040503050406030204" pitchFamily="18" charset="0"/>
                            </a:rPr>
                            <m:t>(1)</m:t>
                          </m:r>
                        </m:sup>
                      </m:sSubSup>
                      <m:sSub>
                        <m:sSubPr>
                          <m:ctrlPr>
                            <a:rPr lang="es-ES_tradnl" sz="2000" i="1" dirty="0">
                              <a:latin typeface="Cambria Math" panose="02040503050406030204" pitchFamily="18" charset="0"/>
                            </a:rPr>
                          </m:ctrlPr>
                        </m:sSubPr>
                        <m:e>
                          <m:r>
                            <a:rPr lang="es-ES" sz="2000" i="1" dirty="0">
                              <a:latin typeface="Cambria Math" panose="02040503050406030204" pitchFamily="18" charset="0"/>
                            </a:rPr>
                            <m:t>𝑥</m:t>
                          </m:r>
                        </m:e>
                        <m:sub>
                          <m:r>
                            <a:rPr lang="es-ES" sz="2000" i="1">
                              <a:latin typeface="Cambria Math" panose="02040503050406030204" pitchFamily="18" charset="0"/>
                              <a:ea typeface="Cambria Math" panose="02040503050406030204" pitchFamily="18" charset="0"/>
                            </a:rPr>
                            <m:t>2</m:t>
                          </m:r>
                        </m:sub>
                      </m:sSub>
                      <m:r>
                        <a:rPr lang="es-ES" sz="2000" i="1">
                          <a:latin typeface="Cambria Math" panose="02040503050406030204" pitchFamily="18" charset="0"/>
                          <a:ea typeface="Cambria Math" panose="02040503050406030204" pitchFamily="18" charset="0"/>
                        </a:rPr>
                        <m:t>+</m:t>
                      </m:r>
                      <m:sSubSup>
                        <m:sSubSupPr>
                          <m:ctrlPr>
                            <a:rPr lang="es-ES_tradnl" sz="2000" i="1" dirty="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dirty="0">
                              <a:latin typeface="Cambria Math" panose="02040503050406030204" pitchFamily="18" charset="0"/>
                            </a:rPr>
                            <m:t>23</m:t>
                          </m:r>
                        </m:sub>
                        <m:sup>
                          <m:r>
                            <a:rPr lang="es-ES" sz="2000" i="1" dirty="0">
                              <a:latin typeface="Cambria Math" panose="02040503050406030204" pitchFamily="18" charset="0"/>
                            </a:rPr>
                            <m:t>(1)</m:t>
                          </m:r>
                        </m:sup>
                      </m:sSubSup>
                      <m:sSub>
                        <m:sSubPr>
                          <m:ctrlPr>
                            <a:rPr lang="es-ES_tradnl" sz="2000" i="1" dirty="0">
                              <a:latin typeface="Cambria Math" panose="02040503050406030204" pitchFamily="18" charset="0"/>
                            </a:rPr>
                          </m:ctrlPr>
                        </m:sSubPr>
                        <m:e>
                          <m:r>
                            <a:rPr lang="es-ES" sz="2000" i="1" dirty="0">
                              <a:latin typeface="Cambria Math" panose="02040503050406030204" pitchFamily="18" charset="0"/>
                            </a:rPr>
                            <m:t>𝑥</m:t>
                          </m:r>
                        </m:e>
                        <m:sub>
                          <m:r>
                            <a:rPr lang="es-ES" sz="2000" i="1" dirty="0">
                              <a:latin typeface="Cambria Math" panose="02040503050406030204" pitchFamily="18" charset="0"/>
                            </a:rPr>
                            <m:t>3</m:t>
                          </m:r>
                        </m:sub>
                      </m:sSub>
                      <m:r>
                        <m:rPr>
                          <m:nor/>
                        </m:rPr>
                        <a:rPr lang="es-ES_tradnl" sz="2000" dirty="0"/>
                        <m:t>)=</m:t>
                      </m:r>
                      <m:r>
                        <a:rPr lang="es-ES_tradnl" sz="2000" i="1" dirty="0">
                          <a:latin typeface="Cambria Math" panose="02040503050406030204" pitchFamily="18" charset="0"/>
                        </a:rPr>
                        <m:t>𝑔</m:t>
                      </m:r>
                      <m:r>
                        <m:rPr>
                          <m:nor/>
                        </m:rPr>
                        <a:rPr lang="es-ES_tradnl" sz="2000" dirty="0"/>
                        <m:t>(</m:t>
                      </m:r>
                      <m:sSubSup>
                        <m:sSubSupPr>
                          <m:ctrlPr>
                            <a:rPr lang="es-ES_tradnl" sz="2000" i="1">
                              <a:latin typeface="Cambria Math" panose="02040503050406030204" pitchFamily="18" charset="0"/>
                            </a:rPr>
                          </m:ctrlPr>
                        </m:sSubSupPr>
                        <m:e>
                          <m:r>
                            <a:rPr lang="es-ES" sz="2000" i="1">
                              <a:latin typeface="Cambria Math" panose="02040503050406030204" pitchFamily="18" charset="0"/>
                            </a:rPr>
                            <m:t>𝑧</m:t>
                          </m:r>
                        </m:e>
                        <m:sub>
                          <m:r>
                            <a:rPr lang="es-ES" sz="2000" i="1">
                              <a:latin typeface="Cambria Math" panose="02040503050406030204" pitchFamily="18" charset="0"/>
                            </a:rPr>
                            <m:t>2</m:t>
                          </m:r>
                        </m:sub>
                        <m:sup>
                          <m:r>
                            <a:rPr lang="es-ES" sz="2000" i="1">
                              <a:latin typeface="Cambria Math" panose="02040503050406030204" pitchFamily="18" charset="0"/>
                            </a:rPr>
                            <m:t>(2)</m:t>
                          </m:r>
                        </m:sup>
                      </m:sSubSup>
                      <m:r>
                        <m:rPr>
                          <m:nor/>
                        </m:rPr>
                        <a:rPr lang="es-ES_tradnl" sz="2000" dirty="0"/>
                        <m:t>)</m:t>
                      </m:r>
                    </m:oMath>
                  </m:oMathPara>
                </a14:m>
                <a:endParaRPr lang="es-ES_tradnl" sz="2000" dirty="0"/>
              </a:p>
            </p:txBody>
          </p:sp>
        </mc:Choice>
        <mc:Fallback xmlns="">
          <p:sp>
            <p:nvSpPr>
              <p:cNvPr id="27" name="Rectángulo 26">
                <a:extLst>
                  <a:ext uri="{FF2B5EF4-FFF2-40B4-BE49-F238E27FC236}">
                    <a16:creationId xmlns:a16="http://schemas.microsoft.com/office/drawing/2014/main" id="{480031E4-9CA2-0E49-9851-DB164A8422E5}"/>
                  </a:ext>
                </a:extLst>
              </p:cNvPr>
              <p:cNvSpPr>
                <a:spLocks noRot="1" noChangeAspect="1" noMove="1" noResize="1" noEditPoints="1" noAdjustHandles="1" noChangeArrowheads="1" noChangeShapeType="1" noTextEdit="1"/>
              </p:cNvSpPr>
              <p:nvPr/>
            </p:nvSpPr>
            <p:spPr>
              <a:xfrm>
                <a:off x="99829" y="2413395"/>
                <a:ext cx="5859938" cy="478914"/>
              </a:xfrm>
              <a:prstGeom prst="rect">
                <a:avLst/>
              </a:prstGeom>
              <a:blipFill>
                <a:blip r:embed="rId10"/>
                <a:stretch>
                  <a:fillRect b="-526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9" name="Rectángulo 28">
                <a:extLst>
                  <a:ext uri="{FF2B5EF4-FFF2-40B4-BE49-F238E27FC236}">
                    <a16:creationId xmlns:a16="http://schemas.microsoft.com/office/drawing/2014/main" id="{901674FA-0355-D141-8FCD-192B285285DC}"/>
                  </a:ext>
                </a:extLst>
              </p:cNvPr>
              <p:cNvSpPr/>
              <p:nvPr/>
            </p:nvSpPr>
            <p:spPr>
              <a:xfrm>
                <a:off x="7890145" y="2580414"/>
                <a:ext cx="1382558" cy="4129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_tradnl" sz="2000" i="1" dirty="0" smtClean="0">
                              <a:latin typeface="Cambria Math" panose="02040503050406030204" pitchFamily="18" charset="0"/>
                            </a:rPr>
                          </m:ctrlPr>
                        </m:sSupPr>
                        <m:e>
                          <m:r>
                            <a:rPr lang="es-ES" sz="2000" b="1" i="1">
                              <a:latin typeface="Cambria Math" panose="02040503050406030204" pitchFamily="18" charset="0"/>
                            </a:rPr>
                            <m:t>𝒛</m:t>
                          </m:r>
                        </m:e>
                        <m:sup>
                          <m:r>
                            <a:rPr lang="es-ES" sz="2000" i="1">
                              <a:latin typeface="Cambria Math" panose="02040503050406030204" pitchFamily="18" charset="0"/>
                            </a:rPr>
                            <m:t>(2)</m:t>
                          </m:r>
                        </m:sup>
                      </m:sSup>
                      <m:r>
                        <m:rPr>
                          <m:nor/>
                        </m:rPr>
                        <a:rPr lang="es-ES" sz="2000" b="0" i="0" dirty="0" smtClean="0"/>
                        <m:t>=</m:t>
                      </m:r>
                      <m:sSup>
                        <m:sSupPr>
                          <m:ctrlPr>
                            <a:rPr lang="es-ES_tradnl" sz="2000" i="1" dirty="0">
                              <a:latin typeface="Cambria Math" panose="02040503050406030204" pitchFamily="18" charset="0"/>
                            </a:rPr>
                          </m:ctrlPr>
                        </m:sSupPr>
                        <m:e>
                          <m:r>
                            <a:rPr lang="es-ES" sz="2000" b="1" i="1">
                              <a:latin typeface="Cambria Math" panose="02040503050406030204" pitchFamily="18" charset="0"/>
                              <a:ea typeface="Cambria Math" panose="02040503050406030204" pitchFamily="18" charset="0"/>
                            </a:rPr>
                            <m:t>𝚯</m:t>
                          </m:r>
                        </m:e>
                        <m:sup>
                          <m:r>
                            <a:rPr lang="es-ES" sz="2000" i="1">
                              <a:latin typeface="Cambria Math" panose="02040503050406030204" pitchFamily="18" charset="0"/>
                            </a:rPr>
                            <m:t>(</m:t>
                          </m:r>
                          <m:r>
                            <a:rPr lang="es-ES" sz="2000" b="0" i="1" smtClean="0">
                              <a:latin typeface="Cambria Math" panose="02040503050406030204" pitchFamily="18" charset="0"/>
                            </a:rPr>
                            <m:t>1</m:t>
                          </m:r>
                          <m:r>
                            <a:rPr lang="es-ES" sz="2000" i="1">
                              <a:latin typeface="Cambria Math" panose="02040503050406030204" pitchFamily="18" charset="0"/>
                            </a:rPr>
                            <m:t>)</m:t>
                          </m:r>
                        </m:sup>
                      </m:sSup>
                      <m:r>
                        <a:rPr lang="es-ES" sz="2000" b="1" i="1" smtClean="0">
                          <a:latin typeface="Cambria Math" panose="02040503050406030204" pitchFamily="18" charset="0"/>
                        </a:rPr>
                        <m:t>𝒙</m:t>
                      </m:r>
                    </m:oMath>
                  </m:oMathPara>
                </a14:m>
                <a:endParaRPr lang="es-ES_tradnl" sz="2000" b="1" dirty="0"/>
              </a:p>
            </p:txBody>
          </p:sp>
        </mc:Choice>
        <mc:Fallback xmlns="">
          <p:sp>
            <p:nvSpPr>
              <p:cNvPr id="29" name="Rectángulo 28">
                <a:extLst>
                  <a:ext uri="{FF2B5EF4-FFF2-40B4-BE49-F238E27FC236}">
                    <a16:creationId xmlns:a16="http://schemas.microsoft.com/office/drawing/2014/main" id="{901674FA-0355-D141-8FCD-192B285285DC}"/>
                  </a:ext>
                </a:extLst>
              </p:cNvPr>
              <p:cNvSpPr>
                <a:spLocks noRot="1" noChangeAspect="1" noMove="1" noResize="1" noEditPoints="1" noAdjustHandles="1" noChangeArrowheads="1" noChangeShapeType="1" noTextEdit="1"/>
              </p:cNvSpPr>
              <p:nvPr/>
            </p:nvSpPr>
            <p:spPr>
              <a:xfrm>
                <a:off x="7890145" y="2580414"/>
                <a:ext cx="1382558" cy="412934"/>
              </a:xfrm>
              <a:prstGeom prst="rect">
                <a:avLst/>
              </a:prstGeom>
              <a:blipFill>
                <a:blip r:embed="rId11"/>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FD3485F4-A4D9-844D-9867-B94E7D792D0D}"/>
                  </a:ext>
                </a:extLst>
              </p:cNvPr>
              <p:cNvSpPr txBox="1"/>
              <p:nvPr/>
            </p:nvSpPr>
            <p:spPr>
              <a:xfrm>
                <a:off x="6547209" y="1388328"/>
                <a:ext cx="1086388" cy="105599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ES" b="1" i="1" smtClean="0">
                          <a:latin typeface="Cambria Math" panose="02040503050406030204" pitchFamily="18" charset="0"/>
                        </a:rPr>
                        <m:t>𝒙</m:t>
                      </m:r>
                      <m:r>
                        <a:rPr lang="es-ES" b="0" i="1" smtClean="0">
                          <a:latin typeface="Cambria Math" panose="02040503050406030204" pitchFamily="18" charset="0"/>
                        </a:rPr>
                        <m:t>=</m:t>
                      </m:r>
                      <m:d>
                        <m:dPr>
                          <m:begChr m:val="["/>
                          <m:endChr m:val="]"/>
                          <m:ctrlPr>
                            <a:rPr lang="es-ES" b="0" i="1" smtClean="0">
                              <a:latin typeface="Cambria Math" panose="02040503050406030204" pitchFamily="18" charset="0"/>
                            </a:rPr>
                          </m:ctrlPr>
                        </m:dPr>
                        <m:e>
                          <m:m>
                            <m:mPr>
                              <m:mcs>
                                <m:mc>
                                  <m:mcPr>
                                    <m:count m:val="1"/>
                                    <m:mcJc m:val="center"/>
                                  </m:mcPr>
                                </m:mc>
                              </m:mcs>
                              <m:ctrlPr>
                                <a:rPr lang="es-ES" i="1">
                                  <a:latin typeface="Cambria Math" panose="02040503050406030204" pitchFamily="18" charset="0"/>
                                </a:rPr>
                              </m:ctrlPr>
                            </m:mPr>
                            <m:mr>
                              <m:e>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0</m:t>
                                    </m:r>
                                  </m:sub>
                                </m:sSub>
                              </m:e>
                            </m:mr>
                            <m:mr>
                              <m:e>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1</m:t>
                                    </m:r>
                                  </m:sub>
                                </m:sSub>
                              </m:e>
                            </m:mr>
                            <m:mr>
                              <m:e>
                                <m:eqArr>
                                  <m:eqArrPr>
                                    <m:ctrlPr>
                                      <a:rPr lang="es-ES" i="1">
                                        <a:latin typeface="Cambria Math" panose="02040503050406030204" pitchFamily="18" charset="0"/>
                                      </a:rPr>
                                    </m:ctrlPr>
                                  </m:eqArrPr>
                                  <m:e>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2</m:t>
                                        </m:r>
                                      </m:sub>
                                    </m:sSub>
                                  </m:e>
                                  <m:e>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b="0" i="1" smtClean="0">
                                            <a:latin typeface="Cambria Math" panose="02040503050406030204" pitchFamily="18" charset="0"/>
                                          </a:rPr>
                                          <m:t>3</m:t>
                                        </m:r>
                                      </m:sub>
                                    </m:sSub>
                                  </m:e>
                                </m:eqArr>
                              </m:e>
                            </m:mr>
                          </m:m>
                        </m:e>
                      </m:d>
                    </m:oMath>
                  </m:oMathPara>
                </a14:m>
                <a:endParaRPr lang="es-ES_tradnl" dirty="0"/>
              </a:p>
            </p:txBody>
          </p:sp>
        </mc:Choice>
        <mc:Fallback xmlns="">
          <p:sp>
            <p:nvSpPr>
              <p:cNvPr id="30" name="CuadroTexto 29">
                <a:extLst>
                  <a:ext uri="{FF2B5EF4-FFF2-40B4-BE49-F238E27FC236}">
                    <a16:creationId xmlns:a16="http://schemas.microsoft.com/office/drawing/2014/main" id="{FD3485F4-A4D9-844D-9867-B94E7D792D0D}"/>
                  </a:ext>
                </a:extLst>
              </p:cNvPr>
              <p:cNvSpPr txBox="1">
                <a:spLocks noRot="1" noChangeAspect="1" noMove="1" noResize="1" noEditPoints="1" noAdjustHandles="1" noChangeArrowheads="1" noChangeShapeType="1" noTextEdit="1"/>
              </p:cNvSpPr>
              <p:nvPr/>
            </p:nvSpPr>
            <p:spPr>
              <a:xfrm>
                <a:off x="6547209" y="1388328"/>
                <a:ext cx="1086388" cy="1055995"/>
              </a:xfrm>
              <a:prstGeom prst="rect">
                <a:avLst/>
              </a:prstGeom>
              <a:blipFill>
                <a:blip r:embed="rId12"/>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1" name="Rectángulo 30">
                <a:extLst>
                  <a:ext uri="{FF2B5EF4-FFF2-40B4-BE49-F238E27FC236}">
                    <a16:creationId xmlns:a16="http://schemas.microsoft.com/office/drawing/2014/main" id="{C006BC80-C4F8-9F42-807A-AD8946885EB7}"/>
                  </a:ext>
                </a:extLst>
              </p:cNvPr>
              <p:cNvSpPr/>
              <p:nvPr/>
            </p:nvSpPr>
            <p:spPr>
              <a:xfrm>
                <a:off x="7845426" y="1553405"/>
                <a:ext cx="1504066" cy="8545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_tradnl" i="1" dirty="0">
                              <a:latin typeface="Cambria Math" panose="02040503050406030204" pitchFamily="18" charset="0"/>
                            </a:rPr>
                          </m:ctrlPr>
                        </m:sSupPr>
                        <m:e>
                          <m:r>
                            <a:rPr lang="es-ES" b="1" i="1">
                              <a:latin typeface="Cambria Math" panose="02040503050406030204" pitchFamily="18" charset="0"/>
                            </a:rPr>
                            <m:t>𝒛</m:t>
                          </m:r>
                        </m:e>
                        <m:sup>
                          <m:r>
                            <a:rPr lang="es-ES" i="1">
                              <a:latin typeface="Cambria Math" panose="02040503050406030204" pitchFamily="18" charset="0"/>
                            </a:rPr>
                            <m:t>(2)</m:t>
                          </m:r>
                        </m:sup>
                      </m:sSup>
                      <m:r>
                        <a:rPr lang="es-ES" i="1">
                          <a:latin typeface="Cambria Math" panose="02040503050406030204" pitchFamily="18" charset="0"/>
                        </a:rPr>
                        <m:t>=</m:t>
                      </m:r>
                      <m:d>
                        <m:dPr>
                          <m:begChr m:val="["/>
                          <m:endChr m:val="]"/>
                          <m:ctrlPr>
                            <a:rPr lang="es-ES" i="1">
                              <a:latin typeface="Cambria Math" panose="02040503050406030204" pitchFamily="18" charset="0"/>
                            </a:rPr>
                          </m:ctrlPr>
                        </m:dPr>
                        <m:e>
                          <m:m>
                            <m:mPr>
                              <m:mcs>
                                <m:mc>
                                  <m:mcPr>
                                    <m:count m:val="1"/>
                                    <m:mcJc m:val="center"/>
                                  </m:mcPr>
                                </m:mc>
                              </m:mcs>
                              <m:ctrlPr>
                                <a:rPr lang="es-ES" i="1" smtClean="0">
                                  <a:latin typeface="Cambria Math" panose="02040503050406030204" pitchFamily="18" charset="0"/>
                                </a:rPr>
                              </m:ctrlPr>
                            </m:mPr>
                            <m:mr>
                              <m:e>
                                <m:sSubSup>
                                  <m:sSubSupPr>
                                    <m:ctrlPr>
                                      <a:rPr lang="es-ES_tradnl" i="1">
                                        <a:latin typeface="Cambria Math" panose="02040503050406030204" pitchFamily="18" charset="0"/>
                                      </a:rPr>
                                    </m:ctrlPr>
                                  </m:sSubSupPr>
                                  <m:e>
                                    <m:r>
                                      <a:rPr lang="es-ES" i="1">
                                        <a:latin typeface="Cambria Math" panose="02040503050406030204" pitchFamily="18" charset="0"/>
                                      </a:rPr>
                                      <m:t>𝑧</m:t>
                                    </m:r>
                                  </m:e>
                                  <m:sub>
                                    <m:r>
                                      <a:rPr lang="es-ES" i="1">
                                        <a:latin typeface="Cambria Math" panose="02040503050406030204" pitchFamily="18" charset="0"/>
                                      </a:rPr>
                                      <m:t>1</m:t>
                                    </m:r>
                                  </m:sub>
                                  <m:sup>
                                    <m:r>
                                      <a:rPr lang="es-ES" i="1">
                                        <a:latin typeface="Cambria Math" panose="02040503050406030204" pitchFamily="18" charset="0"/>
                                      </a:rPr>
                                      <m:t>(2)</m:t>
                                    </m:r>
                                  </m:sup>
                                </m:sSubSup>
                              </m:e>
                            </m:mr>
                            <m:mr>
                              <m:e>
                                <m:sSubSup>
                                  <m:sSubSupPr>
                                    <m:ctrlPr>
                                      <a:rPr lang="es-ES_tradnl" i="1">
                                        <a:latin typeface="Cambria Math" panose="02040503050406030204" pitchFamily="18" charset="0"/>
                                      </a:rPr>
                                    </m:ctrlPr>
                                  </m:sSubSupPr>
                                  <m:e>
                                    <m:r>
                                      <a:rPr lang="es-ES" i="1">
                                        <a:latin typeface="Cambria Math" panose="02040503050406030204" pitchFamily="18" charset="0"/>
                                      </a:rPr>
                                      <m:t>𝑧</m:t>
                                    </m:r>
                                  </m:e>
                                  <m:sub>
                                    <m:r>
                                      <a:rPr lang="es-ES" i="1">
                                        <a:latin typeface="Cambria Math" panose="02040503050406030204" pitchFamily="18" charset="0"/>
                                      </a:rPr>
                                      <m:t>1</m:t>
                                    </m:r>
                                  </m:sub>
                                  <m:sup>
                                    <m:r>
                                      <a:rPr lang="es-ES" i="1">
                                        <a:latin typeface="Cambria Math" panose="02040503050406030204" pitchFamily="18" charset="0"/>
                                      </a:rPr>
                                      <m:t>(2)</m:t>
                                    </m:r>
                                  </m:sup>
                                </m:sSubSup>
                              </m:e>
                            </m:mr>
                          </m:m>
                        </m:e>
                      </m:d>
                    </m:oMath>
                  </m:oMathPara>
                </a14:m>
                <a:endParaRPr lang="es-ES_tradnl" dirty="0"/>
              </a:p>
            </p:txBody>
          </p:sp>
        </mc:Choice>
        <mc:Fallback xmlns="">
          <p:sp>
            <p:nvSpPr>
              <p:cNvPr id="31" name="Rectángulo 30">
                <a:extLst>
                  <a:ext uri="{FF2B5EF4-FFF2-40B4-BE49-F238E27FC236}">
                    <a16:creationId xmlns:a16="http://schemas.microsoft.com/office/drawing/2014/main" id="{C006BC80-C4F8-9F42-807A-AD8946885EB7}"/>
                  </a:ext>
                </a:extLst>
              </p:cNvPr>
              <p:cNvSpPr>
                <a:spLocks noRot="1" noChangeAspect="1" noMove="1" noResize="1" noEditPoints="1" noAdjustHandles="1" noChangeArrowheads="1" noChangeShapeType="1" noTextEdit="1"/>
              </p:cNvSpPr>
              <p:nvPr/>
            </p:nvSpPr>
            <p:spPr>
              <a:xfrm>
                <a:off x="7845426" y="1553405"/>
                <a:ext cx="1504066" cy="854529"/>
              </a:xfrm>
              <a:prstGeom prst="rect">
                <a:avLst/>
              </a:prstGeom>
              <a:blipFill>
                <a:blip r:embed="rId13"/>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3" name="Rectángulo 32">
                <a:extLst>
                  <a:ext uri="{FF2B5EF4-FFF2-40B4-BE49-F238E27FC236}">
                    <a16:creationId xmlns:a16="http://schemas.microsoft.com/office/drawing/2014/main" id="{5D9B54FF-245B-464D-8815-3A512214FFF2}"/>
                  </a:ext>
                </a:extLst>
              </p:cNvPr>
              <p:cNvSpPr/>
              <p:nvPr/>
            </p:nvSpPr>
            <p:spPr>
              <a:xfrm>
                <a:off x="7862738" y="2985669"/>
                <a:ext cx="1486754" cy="4129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_tradnl" sz="2000" i="1" dirty="0" smtClean="0">
                              <a:latin typeface="Cambria Math" panose="02040503050406030204" pitchFamily="18" charset="0"/>
                            </a:rPr>
                          </m:ctrlPr>
                        </m:sSupPr>
                        <m:e>
                          <m:r>
                            <a:rPr lang="es-ES" sz="2000" b="1" i="1" smtClean="0">
                              <a:latin typeface="Cambria Math" panose="02040503050406030204" pitchFamily="18" charset="0"/>
                            </a:rPr>
                            <m:t>𝒂</m:t>
                          </m:r>
                        </m:e>
                        <m:sup>
                          <m:r>
                            <a:rPr lang="es-ES" sz="2000" i="1">
                              <a:latin typeface="Cambria Math" panose="02040503050406030204" pitchFamily="18" charset="0"/>
                            </a:rPr>
                            <m:t>(2)</m:t>
                          </m:r>
                        </m:sup>
                      </m:sSup>
                      <m:r>
                        <m:rPr>
                          <m:nor/>
                        </m:rPr>
                        <a:rPr lang="es-ES" sz="2000" dirty="0"/>
                        <m:t>=</m:t>
                      </m:r>
                      <m:r>
                        <m:rPr>
                          <m:nor/>
                        </m:rPr>
                        <a:rPr lang="es-ES" sz="2000" b="0" i="0" dirty="0" smtClean="0"/>
                        <m:t>g</m:t>
                      </m:r>
                      <m:r>
                        <m:rPr>
                          <m:nor/>
                        </m:rPr>
                        <a:rPr lang="es-ES" sz="2000" b="0" i="0" dirty="0" smtClean="0"/>
                        <m:t>(</m:t>
                      </m:r>
                      <m:sSup>
                        <m:sSupPr>
                          <m:ctrlPr>
                            <a:rPr lang="es-ES_tradnl" sz="2000" i="1" dirty="0">
                              <a:latin typeface="Cambria Math" panose="02040503050406030204" pitchFamily="18" charset="0"/>
                            </a:rPr>
                          </m:ctrlPr>
                        </m:sSupPr>
                        <m:e>
                          <m:r>
                            <a:rPr lang="es-ES" sz="2000" b="1" i="1">
                              <a:latin typeface="Cambria Math" panose="02040503050406030204" pitchFamily="18" charset="0"/>
                            </a:rPr>
                            <m:t>𝒛</m:t>
                          </m:r>
                        </m:e>
                        <m:sup>
                          <m:r>
                            <a:rPr lang="es-ES" sz="2000" i="1">
                              <a:latin typeface="Cambria Math" panose="02040503050406030204" pitchFamily="18" charset="0"/>
                            </a:rPr>
                            <m:t>(2)</m:t>
                          </m:r>
                        </m:sup>
                      </m:sSup>
                      <m:r>
                        <m:rPr>
                          <m:nor/>
                        </m:rPr>
                        <a:rPr lang="es-ES" sz="2000" b="0" i="0" dirty="0" smtClean="0"/>
                        <m:t>)</m:t>
                      </m:r>
                    </m:oMath>
                  </m:oMathPara>
                </a14:m>
                <a:endParaRPr lang="es-ES_tradnl" sz="2000" dirty="0"/>
              </a:p>
            </p:txBody>
          </p:sp>
        </mc:Choice>
        <mc:Fallback xmlns="">
          <p:sp>
            <p:nvSpPr>
              <p:cNvPr id="33" name="Rectángulo 32">
                <a:extLst>
                  <a:ext uri="{FF2B5EF4-FFF2-40B4-BE49-F238E27FC236}">
                    <a16:creationId xmlns:a16="http://schemas.microsoft.com/office/drawing/2014/main" id="{5D9B54FF-245B-464D-8815-3A512214FFF2}"/>
                  </a:ext>
                </a:extLst>
              </p:cNvPr>
              <p:cNvSpPr>
                <a:spLocks noRot="1" noChangeAspect="1" noMove="1" noResize="1" noEditPoints="1" noAdjustHandles="1" noChangeArrowheads="1" noChangeShapeType="1" noTextEdit="1"/>
              </p:cNvSpPr>
              <p:nvPr/>
            </p:nvSpPr>
            <p:spPr>
              <a:xfrm>
                <a:off x="7862738" y="2985669"/>
                <a:ext cx="1486754" cy="412934"/>
              </a:xfrm>
              <a:prstGeom prst="rect">
                <a:avLst/>
              </a:prstGeom>
              <a:blipFill>
                <a:blip r:embed="rId14"/>
                <a:stretch>
                  <a:fillRect b="-15152"/>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4" name="Rectángulo 33">
                <a:extLst>
                  <a:ext uri="{FF2B5EF4-FFF2-40B4-BE49-F238E27FC236}">
                    <a16:creationId xmlns:a16="http://schemas.microsoft.com/office/drawing/2014/main" id="{0644F1FE-0579-194B-B319-A5BAEF73D4BE}"/>
                  </a:ext>
                </a:extLst>
              </p:cNvPr>
              <p:cNvSpPr/>
              <p:nvPr/>
            </p:nvSpPr>
            <p:spPr>
              <a:xfrm>
                <a:off x="7605387" y="3932078"/>
                <a:ext cx="1667316" cy="4129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_tradnl" sz="2000" i="1" dirty="0" smtClean="0">
                              <a:latin typeface="Cambria Math" panose="02040503050406030204" pitchFamily="18" charset="0"/>
                            </a:rPr>
                          </m:ctrlPr>
                        </m:sSupPr>
                        <m:e>
                          <m:r>
                            <a:rPr lang="es-ES" sz="2000" b="1" i="1">
                              <a:latin typeface="Cambria Math" panose="02040503050406030204" pitchFamily="18" charset="0"/>
                            </a:rPr>
                            <m:t>𝒛</m:t>
                          </m:r>
                        </m:e>
                        <m:sup>
                          <m:r>
                            <a:rPr lang="es-ES" sz="2000" i="1">
                              <a:latin typeface="Cambria Math" panose="02040503050406030204" pitchFamily="18" charset="0"/>
                            </a:rPr>
                            <m:t>(</m:t>
                          </m:r>
                          <m:r>
                            <a:rPr lang="es-ES" sz="2000" b="0" i="1" smtClean="0">
                              <a:latin typeface="Cambria Math" panose="02040503050406030204" pitchFamily="18" charset="0"/>
                            </a:rPr>
                            <m:t>3</m:t>
                          </m:r>
                          <m:r>
                            <a:rPr lang="es-ES" sz="2000" i="1">
                              <a:latin typeface="Cambria Math" panose="02040503050406030204" pitchFamily="18" charset="0"/>
                            </a:rPr>
                            <m:t>)</m:t>
                          </m:r>
                        </m:sup>
                      </m:sSup>
                      <m:r>
                        <m:rPr>
                          <m:nor/>
                        </m:rPr>
                        <a:rPr lang="es-ES" sz="2000" b="0" i="0" dirty="0" smtClean="0"/>
                        <m:t>=</m:t>
                      </m:r>
                      <m:sSup>
                        <m:sSupPr>
                          <m:ctrlPr>
                            <a:rPr lang="es-ES_tradnl" sz="2000" i="1" dirty="0">
                              <a:latin typeface="Cambria Math" panose="02040503050406030204" pitchFamily="18" charset="0"/>
                            </a:rPr>
                          </m:ctrlPr>
                        </m:sSupPr>
                        <m:e>
                          <m:r>
                            <a:rPr lang="es-ES" sz="2000" b="1" i="1">
                              <a:latin typeface="Cambria Math" panose="02040503050406030204" pitchFamily="18" charset="0"/>
                              <a:ea typeface="Cambria Math" panose="02040503050406030204" pitchFamily="18" charset="0"/>
                            </a:rPr>
                            <m:t>𝚯</m:t>
                          </m:r>
                        </m:e>
                        <m:sup>
                          <m:r>
                            <a:rPr lang="es-ES" sz="2000" i="1">
                              <a:latin typeface="Cambria Math" panose="02040503050406030204" pitchFamily="18" charset="0"/>
                            </a:rPr>
                            <m:t>(</m:t>
                          </m:r>
                          <m:r>
                            <a:rPr lang="es-ES" sz="2000" b="0" i="1" smtClean="0">
                              <a:latin typeface="Cambria Math" panose="02040503050406030204" pitchFamily="18" charset="0"/>
                            </a:rPr>
                            <m:t>2</m:t>
                          </m:r>
                          <m:r>
                            <a:rPr lang="es-ES" sz="2000" i="1">
                              <a:latin typeface="Cambria Math" panose="02040503050406030204" pitchFamily="18" charset="0"/>
                            </a:rPr>
                            <m:t>)</m:t>
                          </m:r>
                        </m:sup>
                      </m:sSup>
                      <m:sSup>
                        <m:sSupPr>
                          <m:ctrlPr>
                            <a:rPr lang="es-ES_tradnl" sz="2000" i="1" dirty="0">
                              <a:latin typeface="Cambria Math" panose="02040503050406030204" pitchFamily="18" charset="0"/>
                            </a:rPr>
                          </m:ctrlPr>
                        </m:sSupPr>
                        <m:e>
                          <m:r>
                            <a:rPr lang="es-ES" sz="2000" b="1" i="1">
                              <a:latin typeface="Cambria Math" panose="02040503050406030204" pitchFamily="18" charset="0"/>
                            </a:rPr>
                            <m:t>𝒂</m:t>
                          </m:r>
                        </m:e>
                        <m:sup>
                          <m:r>
                            <a:rPr lang="es-ES" sz="2000" i="1">
                              <a:latin typeface="Cambria Math" panose="02040503050406030204" pitchFamily="18" charset="0"/>
                            </a:rPr>
                            <m:t>(2)</m:t>
                          </m:r>
                        </m:sup>
                      </m:sSup>
                    </m:oMath>
                  </m:oMathPara>
                </a14:m>
                <a:endParaRPr lang="es-ES_tradnl" sz="2000" b="1" dirty="0"/>
              </a:p>
            </p:txBody>
          </p:sp>
        </mc:Choice>
        <mc:Fallback xmlns="">
          <p:sp>
            <p:nvSpPr>
              <p:cNvPr id="34" name="Rectángulo 33">
                <a:extLst>
                  <a:ext uri="{FF2B5EF4-FFF2-40B4-BE49-F238E27FC236}">
                    <a16:creationId xmlns:a16="http://schemas.microsoft.com/office/drawing/2014/main" id="{0644F1FE-0579-194B-B319-A5BAEF73D4BE}"/>
                  </a:ext>
                </a:extLst>
              </p:cNvPr>
              <p:cNvSpPr>
                <a:spLocks noRot="1" noChangeAspect="1" noMove="1" noResize="1" noEditPoints="1" noAdjustHandles="1" noChangeArrowheads="1" noChangeShapeType="1" noTextEdit="1"/>
              </p:cNvSpPr>
              <p:nvPr/>
            </p:nvSpPr>
            <p:spPr>
              <a:xfrm>
                <a:off x="7605387" y="3932078"/>
                <a:ext cx="1667316" cy="412934"/>
              </a:xfrm>
              <a:prstGeom prst="rect">
                <a:avLst/>
              </a:prstGeom>
              <a:blipFill>
                <a:blip r:embed="rId15"/>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5" name="Rectángulo 34">
                <a:extLst>
                  <a:ext uri="{FF2B5EF4-FFF2-40B4-BE49-F238E27FC236}">
                    <a16:creationId xmlns:a16="http://schemas.microsoft.com/office/drawing/2014/main" id="{4BDE9111-0FD1-3F4C-BFBA-26A1ED4A4811}"/>
                  </a:ext>
                </a:extLst>
              </p:cNvPr>
              <p:cNvSpPr/>
              <p:nvPr/>
            </p:nvSpPr>
            <p:spPr>
              <a:xfrm>
                <a:off x="6205096" y="4515967"/>
                <a:ext cx="2857001" cy="4129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2000" i="1" smtClean="0">
                              <a:latin typeface="Cambria Math" panose="02040503050406030204" pitchFamily="18" charset="0"/>
                            </a:rPr>
                          </m:ctrlPr>
                        </m:sSubPr>
                        <m:e>
                          <m:r>
                            <a:rPr lang="es-ES" sz="2000" i="1">
                              <a:latin typeface="Cambria Math" panose="02040503050406030204" pitchFamily="18" charset="0"/>
                            </a:rPr>
                            <m:t>𝐹</m:t>
                          </m:r>
                        </m:e>
                        <m:sub>
                          <m:r>
                            <a:rPr lang="es-ES" sz="2000" i="1">
                              <a:latin typeface="Cambria Math" panose="02040503050406030204" pitchFamily="18" charset="0"/>
                              <a:ea typeface="Cambria Math" panose="02040503050406030204" pitchFamily="18" charset="0"/>
                            </a:rPr>
                            <m:t>𝚯</m:t>
                          </m:r>
                        </m:sub>
                      </m:sSub>
                      <m:r>
                        <m:rPr>
                          <m:nor/>
                        </m:rPr>
                        <a:rPr lang="es-ES_tradnl" sz="2000" dirty="0"/>
                        <m:t>(</m:t>
                      </m:r>
                      <m:r>
                        <m:rPr>
                          <m:nor/>
                        </m:rPr>
                        <a:rPr lang="es-ES_tradnl" sz="2000" b="1" dirty="0"/>
                        <m:t>x</m:t>
                      </m:r>
                      <m:r>
                        <m:rPr>
                          <m:nor/>
                        </m:rPr>
                        <a:rPr lang="es-ES_tradnl" sz="2000" dirty="0"/>
                        <m:t>)</m:t>
                      </m:r>
                      <m:r>
                        <m:rPr>
                          <m:nor/>
                        </m:rPr>
                        <a:rPr lang="es-ES" sz="2000" b="0" i="0" dirty="0" smtClean="0"/>
                        <m:t>=</m:t>
                      </m:r>
                      <m:sSub>
                        <m:sSubPr>
                          <m:ctrlPr>
                            <a:rPr lang="es-ES_tradnl" sz="2000" i="1">
                              <a:latin typeface="Cambria Math" panose="02040503050406030204" pitchFamily="18" charset="0"/>
                            </a:rPr>
                          </m:ctrlPr>
                        </m:sSubPr>
                        <m:e>
                          <m:r>
                            <a:rPr lang="es-ES" sz="2000" b="0" i="1" smtClean="0">
                              <a:latin typeface="Cambria Math" panose="02040503050406030204" pitchFamily="18" charset="0"/>
                            </a:rPr>
                            <m:t>h</m:t>
                          </m:r>
                        </m:e>
                        <m:sub>
                          <m:r>
                            <a:rPr lang="es-ES" sz="2000" i="1">
                              <a:latin typeface="Cambria Math" panose="02040503050406030204" pitchFamily="18" charset="0"/>
                              <a:ea typeface="Cambria Math" panose="02040503050406030204" pitchFamily="18" charset="0"/>
                            </a:rPr>
                            <m:t>𝚯</m:t>
                          </m:r>
                        </m:sub>
                      </m:sSub>
                      <m:r>
                        <m:rPr>
                          <m:nor/>
                        </m:rPr>
                        <a:rPr lang="es-ES_tradnl" sz="2000" dirty="0"/>
                        <m:t>(</m:t>
                      </m:r>
                      <m:r>
                        <m:rPr>
                          <m:nor/>
                        </m:rPr>
                        <a:rPr lang="es-ES_tradnl" sz="2000" b="1" dirty="0"/>
                        <m:t>x</m:t>
                      </m:r>
                      <m:r>
                        <m:rPr>
                          <m:nor/>
                        </m:rPr>
                        <a:rPr lang="es-ES_tradnl" sz="2000" dirty="0"/>
                        <m:t>)</m:t>
                      </m:r>
                      <m:r>
                        <m:rPr>
                          <m:nor/>
                        </m:rPr>
                        <a:rPr lang="es-ES" sz="2000" b="0" i="0" dirty="0" smtClean="0"/>
                        <m:t>=</m:t>
                      </m:r>
                      <m:sSup>
                        <m:sSupPr>
                          <m:ctrlPr>
                            <a:rPr lang="es-ES_tradnl" sz="2000" i="1" dirty="0">
                              <a:latin typeface="Cambria Math" panose="02040503050406030204" pitchFamily="18" charset="0"/>
                            </a:rPr>
                          </m:ctrlPr>
                        </m:sSupPr>
                        <m:e>
                          <m:r>
                            <a:rPr lang="es-ES" sz="2000" b="1" i="1">
                              <a:latin typeface="Cambria Math" panose="02040503050406030204" pitchFamily="18" charset="0"/>
                            </a:rPr>
                            <m:t>𝒂</m:t>
                          </m:r>
                        </m:e>
                        <m:sup>
                          <m:r>
                            <a:rPr lang="es-ES" sz="2000" i="1">
                              <a:latin typeface="Cambria Math" panose="02040503050406030204" pitchFamily="18" charset="0"/>
                            </a:rPr>
                            <m:t>(</m:t>
                          </m:r>
                          <m:r>
                            <a:rPr lang="es-ES" sz="2000" b="0" i="1" smtClean="0">
                              <a:latin typeface="Cambria Math" panose="02040503050406030204" pitchFamily="18" charset="0"/>
                            </a:rPr>
                            <m:t>3</m:t>
                          </m:r>
                          <m:r>
                            <a:rPr lang="es-ES" sz="2000" i="1">
                              <a:latin typeface="Cambria Math" panose="02040503050406030204" pitchFamily="18" charset="0"/>
                            </a:rPr>
                            <m:t>)</m:t>
                          </m:r>
                        </m:sup>
                      </m:sSup>
                      <m:r>
                        <m:rPr>
                          <m:nor/>
                        </m:rPr>
                        <a:rPr lang="es-ES" sz="2000" dirty="0"/>
                        <m:t>=</m:t>
                      </m:r>
                      <m:r>
                        <m:rPr>
                          <m:nor/>
                        </m:rPr>
                        <a:rPr lang="es-ES" sz="2000" b="0" i="0" dirty="0" smtClean="0"/>
                        <m:t>g</m:t>
                      </m:r>
                      <m:r>
                        <m:rPr>
                          <m:nor/>
                        </m:rPr>
                        <a:rPr lang="es-ES" sz="2000" b="0" i="0" dirty="0" smtClean="0"/>
                        <m:t>(</m:t>
                      </m:r>
                      <m:sSup>
                        <m:sSupPr>
                          <m:ctrlPr>
                            <a:rPr lang="es-ES_tradnl" sz="2000" i="1" dirty="0">
                              <a:latin typeface="Cambria Math" panose="02040503050406030204" pitchFamily="18" charset="0"/>
                            </a:rPr>
                          </m:ctrlPr>
                        </m:sSupPr>
                        <m:e>
                          <m:r>
                            <a:rPr lang="es-ES" sz="2000" b="1" i="1">
                              <a:latin typeface="Cambria Math" panose="02040503050406030204" pitchFamily="18" charset="0"/>
                            </a:rPr>
                            <m:t>𝒛</m:t>
                          </m:r>
                        </m:e>
                        <m:sup>
                          <m:r>
                            <a:rPr lang="es-ES" sz="2000" i="1">
                              <a:latin typeface="Cambria Math" panose="02040503050406030204" pitchFamily="18" charset="0"/>
                            </a:rPr>
                            <m:t>(</m:t>
                          </m:r>
                          <m:r>
                            <a:rPr lang="es-ES" sz="2000" b="0" i="1" smtClean="0">
                              <a:latin typeface="Cambria Math" panose="02040503050406030204" pitchFamily="18" charset="0"/>
                            </a:rPr>
                            <m:t>3</m:t>
                          </m:r>
                          <m:r>
                            <a:rPr lang="es-ES" sz="2000" i="1">
                              <a:latin typeface="Cambria Math" panose="02040503050406030204" pitchFamily="18" charset="0"/>
                            </a:rPr>
                            <m:t>)</m:t>
                          </m:r>
                        </m:sup>
                      </m:sSup>
                      <m:r>
                        <m:rPr>
                          <m:nor/>
                        </m:rPr>
                        <a:rPr lang="es-ES" sz="2000" b="0" i="0" dirty="0" smtClean="0"/>
                        <m:t>)</m:t>
                      </m:r>
                    </m:oMath>
                  </m:oMathPara>
                </a14:m>
                <a:endParaRPr lang="es-ES_tradnl" sz="2000" dirty="0"/>
              </a:p>
            </p:txBody>
          </p:sp>
        </mc:Choice>
        <mc:Fallback xmlns="">
          <p:sp>
            <p:nvSpPr>
              <p:cNvPr id="35" name="Rectángulo 34">
                <a:extLst>
                  <a:ext uri="{FF2B5EF4-FFF2-40B4-BE49-F238E27FC236}">
                    <a16:creationId xmlns:a16="http://schemas.microsoft.com/office/drawing/2014/main" id="{4BDE9111-0FD1-3F4C-BFBA-26A1ED4A4811}"/>
                  </a:ext>
                </a:extLst>
              </p:cNvPr>
              <p:cNvSpPr>
                <a:spLocks noRot="1" noChangeAspect="1" noMove="1" noResize="1" noEditPoints="1" noAdjustHandles="1" noChangeArrowheads="1" noChangeShapeType="1" noTextEdit="1"/>
              </p:cNvSpPr>
              <p:nvPr/>
            </p:nvSpPr>
            <p:spPr>
              <a:xfrm>
                <a:off x="6205096" y="4515967"/>
                <a:ext cx="2857001" cy="412934"/>
              </a:xfrm>
              <a:prstGeom prst="rect">
                <a:avLst/>
              </a:prstGeom>
              <a:blipFill>
                <a:blip r:embed="rId16"/>
                <a:stretch>
                  <a:fillRect b="-11765"/>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6" name="Rectángulo 35">
                <a:extLst>
                  <a:ext uri="{FF2B5EF4-FFF2-40B4-BE49-F238E27FC236}">
                    <a16:creationId xmlns:a16="http://schemas.microsoft.com/office/drawing/2014/main" id="{EA697FD0-2198-D946-86BE-DB4ADB587A72}"/>
                  </a:ext>
                </a:extLst>
              </p:cNvPr>
              <p:cNvSpPr/>
              <p:nvPr/>
            </p:nvSpPr>
            <p:spPr>
              <a:xfrm>
                <a:off x="9784818" y="3305243"/>
                <a:ext cx="1740605"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ea typeface="Cambria Math" panose="02040503050406030204" pitchFamily="18" charset="0"/>
                        </a:rPr>
                        <m:t>𝑔</m:t>
                      </m:r>
                      <m:r>
                        <a:rPr lang="es-ES_tradnl" i="1" dirty="0">
                          <a:latin typeface="Cambria Math" panose="02040503050406030204" pitchFamily="18" charset="0"/>
                        </a:rPr>
                        <m:t>(</m:t>
                      </m:r>
                      <m:r>
                        <a:rPr lang="es-ES" b="0" i="1" dirty="0" smtClean="0">
                          <a:latin typeface="Cambria Math" panose="02040503050406030204" pitchFamily="18" charset="0"/>
                        </a:rPr>
                        <m:t>𝑧</m:t>
                      </m:r>
                      <m:r>
                        <a:rPr lang="es-ES_tradnl" i="1" dirty="0">
                          <a:latin typeface="Cambria Math" panose="02040503050406030204" pitchFamily="18" charset="0"/>
                        </a:rPr>
                        <m:t>)=</m:t>
                      </m:r>
                      <m:f>
                        <m:fPr>
                          <m:ctrlPr>
                            <a:rPr lang="es-ES_tradnl" i="1" dirty="0">
                              <a:latin typeface="Cambria Math" panose="02040503050406030204" pitchFamily="18" charset="0"/>
                            </a:rPr>
                          </m:ctrlPr>
                        </m:fPr>
                        <m:num>
                          <m:r>
                            <a:rPr lang="es-ES" i="1" dirty="0">
                              <a:latin typeface="Cambria Math" panose="02040503050406030204" pitchFamily="18" charset="0"/>
                            </a:rPr>
                            <m:t>1</m:t>
                          </m:r>
                        </m:num>
                        <m:den>
                          <m:r>
                            <a:rPr lang="es-ES" i="1" dirty="0">
                              <a:latin typeface="Cambria Math" panose="02040503050406030204" pitchFamily="18" charset="0"/>
                            </a:rPr>
                            <m:t>1+</m:t>
                          </m:r>
                          <m:sSup>
                            <m:sSupPr>
                              <m:ctrlPr>
                                <a:rPr lang="es-ES" i="1" dirty="0">
                                  <a:latin typeface="Cambria Math" panose="02040503050406030204" pitchFamily="18" charset="0"/>
                                </a:rPr>
                              </m:ctrlPr>
                            </m:sSupPr>
                            <m:e>
                              <m:r>
                                <a:rPr lang="es-ES" i="1" dirty="0">
                                  <a:latin typeface="Cambria Math" panose="02040503050406030204" pitchFamily="18" charset="0"/>
                                </a:rPr>
                                <m:t>𝑒</m:t>
                              </m:r>
                            </m:e>
                            <m:sup>
                              <m:r>
                                <a:rPr lang="es-ES" i="1" dirty="0">
                                  <a:latin typeface="Cambria Math" panose="02040503050406030204" pitchFamily="18" charset="0"/>
                                </a:rPr>
                                <m:t>−</m:t>
                              </m:r>
                              <m:r>
                                <a:rPr lang="es-ES" b="1" i="1" dirty="0" smtClean="0">
                                  <a:latin typeface="Cambria Math" panose="02040503050406030204" pitchFamily="18" charset="0"/>
                                </a:rPr>
                                <m:t>𝒛</m:t>
                              </m:r>
                            </m:sup>
                          </m:sSup>
                        </m:den>
                      </m:f>
                    </m:oMath>
                  </m:oMathPara>
                </a14:m>
                <a:endParaRPr lang="es-ES_tradnl" dirty="0"/>
              </a:p>
            </p:txBody>
          </p:sp>
        </mc:Choice>
        <mc:Fallback xmlns="">
          <p:sp>
            <p:nvSpPr>
              <p:cNvPr id="36" name="Rectángulo 35">
                <a:extLst>
                  <a:ext uri="{FF2B5EF4-FFF2-40B4-BE49-F238E27FC236}">
                    <a16:creationId xmlns:a16="http://schemas.microsoft.com/office/drawing/2014/main" id="{EA697FD0-2198-D946-86BE-DB4ADB587A72}"/>
                  </a:ext>
                </a:extLst>
              </p:cNvPr>
              <p:cNvSpPr>
                <a:spLocks noRot="1" noChangeAspect="1" noMove="1" noResize="1" noEditPoints="1" noAdjustHandles="1" noChangeArrowheads="1" noChangeShapeType="1" noTextEdit="1"/>
              </p:cNvSpPr>
              <p:nvPr/>
            </p:nvSpPr>
            <p:spPr>
              <a:xfrm>
                <a:off x="9784818" y="3305243"/>
                <a:ext cx="1740605" cy="617348"/>
              </a:xfrm>
              <a:prstGeom prst="rect">
                <a:avLst/>
              </a:prstGeom>
              <a:blipFill>
                <a:blip r:embed="rId17"/>
                <a:stretch>
                  <a:fillRect b="-4082"/>
                </a:stretch>
              </a:blipFill>
            </p:spPr>
            <p:txBody>
              <a:bodyPr/>
              <a:lstStyle/>
              <a:p>
                <a:r>
                  <a:rPr lang="es-ES_tradnl">
                    <a:noFill/>
                  </a:rPr>
                  <a:t> </a:t>
                </a:r>
              </a:p>
            </p:txBody>
          </p:sp>
        </mc:Fallback>
      </mc:AlternateContent>
    </p:spTree>
    <p:extLst>
      <p:ext uri="{BB962C8B-B14F-4D97-AF65-F5344CB8AC3E}">
        <p14:creationId xmlns:p14="http://schemas.microsoft.com/office/powerpoint/2010/main" val="4086359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E1C4EF-CF2E-B74A-9234-01DBFEA1D9BB}"/>
              </a:ext>
            </a:extLst>
          </p:cNvPr>
          <p:cNvSpPr>
            <a:spLocks noGrp="1"/>
          </p:cNvSpPr>
          <p:nvPr>
            <p:ph type="title"/>
          </p:nvPr>
        </p:nvSpPr>
        <p:spPr/>
        <p:txBody>
          <a:bodyPr/>
          <a:lstStyle/>
          <a:p>
            <a:r>
              <a:rPr lang="es-ES_tradnl" dirty="0"/>
              <a:t>1 Ejercicio : </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CB0FFEE-6B0F-6549-BA1D-52C967E70CE9}"/>
                  </a:ext>
                </a:extLst>
              </p:cNvPr>
              <p:cNvSpPr>
                <a:spLocks noGrp="1"/>
              </p:cNvSpPr>
              <p:nvPr>
                <p:ph idx="1"/>
              </p:nvPr>
            </p:nvSpPr>
            <p:spPr>
              <a:xfrm>
                <a:off x="5782919" y="1445683"/>
                <a:ext cx="5367060" cy="3966633"/>
              </a:xfrm>
            </p:spPr>
            <p:txBody>
              <a:bodyPr/>
              <a:lstStyle/>
              <a:p>
                <a:r>
                  <a:rPr lang="es-ES_tradnl" dirty="0"/>
                  <a:t>Resolver si </a:t>
                </a:r>
                <a14:m>
                  <m:oMath xmlns:m="http://schemas.openxmlformats.org/officeDocument/2006/math">
                    <m:sSub>
                      <m:sSubPr>
                        <m:ctrlPr>
                          <a:rPr lang="es-ES_tradnl"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1</m:t>
                        </m:r>
                      </m:sub>
                    </m:sSub>
                  </m:oMath>
                </a14:m>
                <a:r>
                  <a:rPr lang="es-ES_tradnl" dirty="0"/>
                  <a:t>, </a:t>
                </a:r>
                <a14:m>
                  <m:oMath xmlns:m="http://schemas.openxmlformats.org/officeDocument/2006/math">
                    <m:sSub>
                      <m:sSubPr>
                        <m:ctrlPr>
                          <a:rPr lang="es-ES_tradnl" i="1">
                            <a:latin typeface="Cambria Math" panose="02040503050406030204" pitchFamily="18" charset="0"/>
                          </a:rPr>
                        </m:ctrlPr>
                      </m:sSubPr>
                      <m:e>
                        <m:r>
                          <a:rPr lang="es-ES" i="1">
                            <a:latin typeface="Cambria Math" panose="02040503050406030204" pitchFamily="18" charset="0"/>
                          </a:rPr>
                          <m:t>𝑥</m:t>
                        </m:r>
                      </m:e>
                      <m:sub>
                        <m:r>
                          <a:rPr lang="es-ES" b="0" i="1" smtClean="0">
                            <a:latin typeface="Cambria Math" panose="02040503050406030204" pitchFamily="18" charset="0"/>
                          </a:rPr>
                          <m:t>2</m:t>
                        </m:r>
                      </m:sub>
                    </m:sSub>
                    <m:r>
                      <a:rPr lang="es-ES" i="1" smtClean="0">
                        <a:latin typeface="Cambria Math" panose="02040503050406030204" pitchFamily="18" charset="0"/>
                        <a:ea typeface="Cambria Math" panose="02040503050406030204" pitchFamily="18" charset="0"/>
                      </a:rPr>
                      <m:t>∈</m:t>
                    </m:r>
                    <m:d>
                      <m:dPr>
                        <m:begChr m:val="{"/>
                        <m:endChr m:val="}"/>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0,1</m:t>
                        </m:r>
                      </m:e>
                    </m:d>
                  </m:oMath>
                </a14:m>
                <a:endParaRPr lang="es-ES_tradnl" dirty="0"/>
              </a:p>
              <a:p>
                <a:r>
                  <a:rPr lang="es-ES_tradnl" dirty="0"/>
                  <a:t> y = </a:t>
                </a:r>
                <a14:m>
                  <m:oMath xmlns:m="http://schemas.openxmlformats.org/officeDocument/2006/math">
                    <m:sSub>
                      <m:sSubPr>
                        <m:ctrlPr>
                          <a:rPr lang="es-ES_tradnl" i="1">
                            <a:latin typeface="Cambria Math" panose="02040503050406030204" pitchFamily="18" charset="0"/>
                          </a:rPr>
                        </m:ctrlPr>
                      </m:sSubPr>
                      <m:e>
                        <m:r>
                          <a:rPr lang="es-ES" i="1">
                            <a:latin typeface="Cambria Math" panose="02040503050406030204" pitchFamily="18" charset="0"/>
                          </a:rPr>
                          <m:t>𝑥</m:t>
                        </m:r>
                      </m:e>
                      <m:sub>
                        <m:r>
                          <a:rPr lang="es-ES" b="0" i="1" smtClean="0">
                            <a:latin typeface="Cambria Math" panose="02040503050406030204" pitchFamily="18" charset="0"/>
                          </a:rPr>
                          <m:t>1</m:t>
                        </m:r>
                      </m:sub>
                    </m:sSub>
                  </m:oMath>
                </a14:m>
                <a:r>
                  <a:rPr lang="es-ES_tradnl" dirty="0"/>
                  <a:t> AND </a:t>
                </a:r>
                <a14:m>
                  <m:oMath xmlns:m="http://schemas.openxmlformats.org/officeDocument/2006/math">
                    <m:sSub>
                      <m:sSubPr>
                        <m:ctrlPr>
                          <a:rPr lang="es-ES_tradnl"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2</m:t>
                        </m:r>
                      </m:sub>
                    </m:sSub>
                  </m:oMath>
                </a14:m>
                <a:endParaRPr lang="es-ES_tradnl" dirty="0"/>
              </a:p>
            </p:txBody>
          </p:sp>
        </mc:Choice>
        <mc:Fallback xmlns="">
          <p:sp>
            <p:nvSpPr>
              <p:cNvPr id="3" name="Marcador de contenido 2">
                <a:extLst>
                  <a:ext uri="{FF2B5EF4-FFF2-40B4-BE49-F238E27FC236}">
                    <a16:creationId xmlns:a16="http://schemas.microsoft.com/office/drawing/2014/main" id="{CCB0FFEE-6B0F-6549-BA1D-52C967E70CE9}"/>
                  </a:ext>
                </a:extLst>
              </p:cNvPr>
              <p:cNvSpPr>
                <a:spLocks noGrp="1" noRot="1" noChangeAspect="1" noMove="1" noResize="1" noEditPoints="1" noAdjustHandles="1" noChangeArrowheads="1" noChangeShapeType="1" noTextEdit="1"/>
              </p:cNvSpPr>
              <p:nvPr>
                <p:ph idx="1"/>
              </p:nvPr>
            </p:nvSpPr>
            <p:spPr>
              <a:xfrm>
                <a:off x="5782919" y="1445683"/>
                <a:ext cx="5367060" cy="3966633"/>
              </a:xfrm>
              <a:blipFill>
                <a:blip r:embed="rId2"/>
                <a:stretch>
                  <a:fillRect l="-2837" t="-1911"/>
                </a:stretch>
              </a:blipFill>
            </p:spPr>
            <p:txBody>
              <a:bodyPr/>
              <a:lstStyle/>
              <a:p>
                <a:r>
                  <a:rPr lang="es-ES_tradnl">
                    <a:noFill/>
                  </a:rPr>
                  <a:t> </a:t>
                </a:r>
              </a:p>
            </p:txBody>
          </p:sp>
        </mc:Fallback>
      </mc:AlternateContent>
      <p:sp>
        <p:nvSpPr>
          <p:cNvPr id="8" name="Anillo 7">
            <a:extLst>
              <a:ext uri="{FF2B5EF4-FFF2-40B4-BE49-F238E27FC236}">
                <a16:creationId xmlns:a16="http://schemas.microsoft.com/office/drawing/2014/main" id="{0915DF94-8DD0-DA42-9C0B-E369EBD17CDD}"/>
              </a:ext>
            </a:extLst>
          </p:cNvPr>
          <p:cNvSpPr/>
          <p:nvPr/>
        </p:nvSpPr>
        <p:spPr>
          <a:xfrm>
            <a:off x="835371" y="2213220"/>
            <a:ext cx="873940" cy="873940"/>
          </a:xfrm>
          <a:prstGeom prst="donut">
            <a:avLst>
              <a:gd name="adj" fmla="val 1203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9" name="Anillo 8">
            <a:extLst>
              <a:ext uri="{FF2B5EF4-FFF2-40B4-BE49-F238E27FC236}">
                <a16:creationId xmlns:a16="http://schemas.microsoft.com/office/drawing/2014/main" id="{B863363C-8588-0248-A1B5-725FBEB49CA2}"/>
              </a:ext>
            </a:extLst>
          </p:cNvPr>
          <p:cNvSpPr/>
          <p:nvPr/>
        </p:nvSpPr>
        <p:spPr>
          <a:xfrm>
            <a:off x="862037" y="3747468"/>
            <a:ext cx="873940" cy="873940"/>
          </a:xfrm>
          <a:prstGeom prst="donut">
            <a:avLst>
              <a:gd name="adj" fmla="val 1203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65BBBCBA-E03F-F04A-927E-7953138A8A8E}"/>
                  </a:ext>
                </a:extLst>
              </p:cNvPr>
              <p:cNvSpPr txBox="1"/>
              <p:nvPr/>
            </p:nvSpPr>
            <p:spPr>
              <a:xfrm>
                <a:off x="1720351" y="2124034"/>
                <a:ext cx="2761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1</m:t>
                          </m:r>
                        </m:sub>
                      </m:sSub>
                    </m:oMath>
                  </m:oMathPara>
                </a14:m>
                <a:endParaRPr lang="es-ES_tradnl" dirty="0"/>
              </a:p>
            </p:txBody>
          </p:sp>
        </mc:Choice>
        <mc:Fallback xmlns="">
          <p:sp>
            <p:nvSpPr>
              <p:cNvPr id="10" name="CuadroTexto 9">
                <a:extLst>
                  <a:ext uri="{FF2B5EF4-FFF2-40B4-BE49-F238E27FC236}">
                    <a16:creationId xmlns:a16="http://schemas.microsoft.com/office/drawing/2014/main" id="{65BBBCBA-E03F-F04A-927E-7953138A8A8E}"/>
                  </a:ext>
                </a:extLst>
              </p:cNvPr>
              <p:cNvSpPr txBox="1">
                <a:spLocks noRot="1" noChangeAspect="1" noMove="1" noResize="1" noEditPoints="1" noAdjustHandles="1" noChangeArrowheads="1" noChangeShapeType="1" noTextEdit="1"/>
              </p:cNvSpPr>
              <p:nvPr/>
            </p:nvSpPr>
            <p:spPr>
              <a:xfrm>
                <a:off x="1720351" y="2124034"/>
                <a:ext cx="276101" cy="276999"/>
              </a:xfrm>
              <a:prstGeom prst="rect">
                <a:avLst/>
              </a:prstGeom>
              <a:blipFill>
                <a:blip r:embed="rId3"/>
                <a:stretch>
                  <a:fillRect l="-13043" r="-4348" b="-8696"/>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33BA6E59-F802-3F45-833B-CDD6CC5CBCB2}"/>
                  </a:ext>
                </a:extLst>
              </p:cNvPr>
              <p:cNvSpPr txBox="1"/>
              <p:nvPr/>
            </p:nvSpPr>
            <p:spPr>
              <a:xfrm>
                <a:off x="1858402" y="4041591"/>
                <a:ext cx="2814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2</m:t>
                          </m:r>
                        </m:sub>
                      </m:sSub>
                    </m:oMath>
                  </m:oMathPara>
                </a14:m>
                <a:endParaRPr lang="es-ES_tradnl" dirty="0"/>
              </a:p>
            </p:txBody>
          </p:sp>
        </mc:Choice>
        <mc:Fallback xmlns="">
          <p:sp>
            <p:nvSpPr>
              <p:cNvPr id="11" name="CuadroTexto 10">
                <a:extLst>
                  <a:ext uri="{FF2B5EF4-FFF2-40B4-BE49-F238E27FC236}">
                    <a16:creationId xmlns:a16="http://schemas.microsoft.com/office/drawing/2014/main" id="{33BA6E59-F802-3F45-833B-CDD6CC5CBCB2}"/>
                  </a:ext>
                </a:extLst>
              </p:cNvPr>
              <p:cNvSpPr txBox="1">
                <a:spLocks noRot="1" noChangeAspect="1" noMove="1" noResize="1" noEditPoints="1" noAdjustHandles="1" noChangeArrowheads="1" noChangeShapeType="1" noTextEdit="1"/>
              </p:cNvSpPr>
              <p:nvPr/>
            </p:nvSpPr>
            <p:spPr>
              <a:xfrm>
                <a:off x="1858402" y="4041591"/>
                <a:ext cx="281423" cy="276999"/>
              </a:xfrm>
              <a:prstGeom prst="rect">
                <a:avLst/>
              </a:prstGeom>
              <a:blipFill>
                <a:blip r:embed="rId4"/>
                <a:stretch>
                  <a:fillRect l="-13043" r="-4348" b="-18182"/>
                </a:stretch>
              </a:blipFill>
            </p:spPr>
            <p:txBody>
              <a:bodyPr/>
              <a:lstStyle/>
              <a:p>
                <a:r>
                  <a:rPr lang="es-ES_tradnl">
                    <a:noFill/>
                  </a:rPr>
                  <a:t> </a:t>
                </a:r>
              </a:p>
            </p:txBody>
          </p:sp>
        </mc:Fallback>
      </mc:AlternateContent>
      <p:sp>
        <p:nvSpPr>
          <p:cNvPr id="12" name="Anillo 11">
            <a:extLst>
              <a:ext uri="{FF2B5EF4-FFF2-40B4-BE49-F238E27FC236}">
                <a16:creationId xmlns:a16="http://schemas.microsoft.com/office/drawing/2014/main" id="{6E54E4EA-E089-F04A-9F45-B9868DA4C9FE}"/>
              </a:ext>
            </a:extLst>
          </p:cNvPr>
          <p:cNvSpPr/>
          <p:nvPr/>
        </p:nvSpPr>
        <p:spPr>
          <a:xfrm>
            <a:off x="3550355" y="2744322"/>
            <a:ext cx="873940" cy="873940"/>
          </a:xfrm>
          <a:prstGeom prst="donut">
            <a:avLst>
              <a:gd name="adj" fmla="val 12037"/>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s-ES_tradnl">
              <a:solidFill>
                <a:schemeClr val="tx1"/>
              </a:solidFill>
            </a:endParaRPr>
          </a:p>
        </p:txBody>
      </p:sp>
      <p:cxnSp>
        <p:nvCxnSpPr>
          <p:cNvPr id="13" name="Conector recto de flecha 12">
            <a:extLst>
              <a:ext uri="{FF2B5EF4-FFF2-40B4-BE49-F238E27FC236}">
                <a16:creationId xmlns:a16="http://schemas.microsoft.com/office/drawing/2014/main" id="{21A1C05D-ED18-F940-AC40-0BEC296E285B}"/>
              </a:ext>
            </a:extLst>
          </p:cNvPr>
          <p:cNvCxnSpPr>
            <a:cxnSpLocks/>
            <a:stCxn id="8" idx="6"/>
            <a:endCxn id="12" idx="2"/>
          </p:cNvCxnSpPr>
          <p:nvPr/>
        </p:nvCxnSpPr>
        <p:spPr>
          <a:xfrm>
            <a:off x="1709311" y="2650190"/>
            <a:ext cx="1841044" cy="531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ector recto de flecha 13">
            <a:extLst>
              <a:ext uri="{FF2B5EF4-FFF2-40B4-BE49-F238E27FC236}">
                <a16:creationId xmlns:a16="http://schemas.microsoft.com/office/drawing/2014/main" id="{FC0D47F9-35D7-1242-BB40-331A384A0FAE}"/>
              </a:ext>
            </a:extLst>
          </p:cNvPr>
          <p:cNvCxnSpPr>
            <a:cxnSpLocks/>
            <a:stCxn id="9" idx="6"/>
            <a:endCxn id="12" idx="2"/>
          </p:cNvCxnSpPr>
          <p:nvPr/>
        </p:nvCxnSpPr>
        <p:spPr>
          <a:xfrm flipV="1">
            <a:off x="1735977" y="3181292"/>
            <a:ext cx="1814378" cy="10031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FA2EFE4F-53EF-8E47-B8BC-0168CBC960C4}"/>
              </a:ext>
            </a:extLst>
          </p:cNvPr>
          <p:cNvCxnSpPr>
            <a:cxnSpLocks/>
            <a:stCxn id="12" idx="6"/>
          </p:cNvCxnSpPr>
          <p:nvPr/>
        </p:nvCxnSpPr>
        <p:spPr>
          <a:xfrm>
            <a:off x="4424295" y="3181292"/>
            <a:ext cx="5894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Rectángulo 16">
                <a:extLst>
                  <a:ext uri="{FF2B5EF4-FFF2-40B4-BE49-F238E27FC236}">
                    <a16:creationId xmlns:a16="http://schemas.microsoft.com/office/drawing/2014/main" id="{6EC0ABE7-12F6-0A4B-BA52-FEFB0106BC9B}"/>
                  </a:ext>
                </a:extLst>
              </p:cNvPr>
              <p:cNvSpPr/>
              <p:nvPr/>
            </p:nvSpPr>
            <p:spPr>
              <a:xfrm>
                <a:off x="4723334" y="2660733"/>
                <a:ext cx="619849"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h</m:t>
                          </m:r>
                        </m:e>
                        <m:sub>
                          <m:r>
                            <a:rPr lang="es-ES" i="1">
                              <a:latin typeface="Cambria Math" panose="02040503050406030204" pitchFamily="18" charset="0"/>
                              <a:ea typeface="Cambria Math" panose="02040503050406030204" pitchFamily="18" charset="0"/>
                            </a:rPr>
                            <m:t>𝚯</m:t>
                          </m:r>
                        </m:sub>
                      </m:sSub>
                      <m:r>
                        <m:rPr>
                          <m:nor/>
                        </m:rPr>
                        <a:rPr lang="es-ES_tradnl" dirty="0"/>
                        <m:t>(</m:t>
                      </m:r>
                      <m:r>
                        <m:rPr>
                          <m:nor/>
                        </m:rPr>
                        <a:rPr lang="es-ES_tradnl" b="1" dirty="0"/>
                        <m:t>x</m:t>
                      </m:r>
                      <m:r>
                        <m:rPr>
                          <m:nor/>
                        </m:rPr>
                        <a:rPr lang="es-ES_tradnl" dirty="0"/>
                        <m:t>)</m:t>
                      </m:r>
                    </m:oMath>
                  </m:oMathPara>
                </a14:m>
                <a:endParaRPr lang="es-ES_tradnl" dirty="0"/>
              </a:p>
            </p:txBody>
          </p:sp>
        </mc:Choice>
        <mc:Fallback xmlns="">
          <p:sp>
            <p:nvSpPr>
              <p:cNvPr id="17" name="Rectángulo 16">
                <a:extLst>
                  <a:ext uri="{FF2B5EF4-FFF2-40B4-BE49-F238E27FC236}">
                    <a16:creationId xmlns:a16="http://schemas.microsoft.com/office/drawing/2014/main" id="{6EC0ABE7-12F6-0A4B-BA52-FEFB0106BC9B}"/>
                  </a:ext>
                </a:extLst>
              </p:cNvPr>
              <p:cNvSpPr>
                <a:spLocks noRot="1" noChangeAspect="1" noMove="1" noResize="1" noEditPoints="1" noAdjustHandles="1" noChangeArrowheads="1" noChangeShapeType="1" noTextEdit="1"/>
              </p:cNvSpPr>
              <p:nvPr/>
            </p:nvSpPr>
            <p:spPr>
              <a:xfrm>
                <a:off x="4723334" y="2660733"/>
                <a:ext cx="619849" cy="369332"/>
              </a:xfrm>
              <a:prstGeom prst="rect">
                <a:avLst/>
              </a:prstGeom>
              <a:blipFill>
                <a:blip r:embed="rId5"/>
                <a:stretch>
                  <a:fillRect r="-12245" b="-666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2" name="Rectángulo 21">
                <a:extLst>
                  <a:ext uri="{FF2B5EF4-FFF2-40B4-BE49-F238E27FC236}">
                    <a16:creationId xmlns:a16="http://schemas.microsoft.com/office/drawing/2014/main" id="{479B8A75-D459-B74A-87C2-3E3B38A914C1}"/>
                  </a:ext>
                </a:extLst>
              </p:cNvPr>
              <p:cNvSpPr/>
              <p:nvPr/>
            </p:nvSpPr>
            <p:spPr>
              <a:xfrm>
                <a:off x="5682198" y="3759686"/>
                <a:ext cx="5198090" cy="5563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2400" i="1" smtClean="0">
                              <a:latin typeface="Cambria Math" panose="02040503050406030204" pitchFamily="18" charset="0"/>
                            </a:rPr>
                          </m:ctrlPr>
                        </m:sSubPr>
                        <m:e>
                          <m:r>
                            <a:rPr lang="es-ES" sz="2400" b="0" i="1" smtClean="0">
                              <a:latin typeface="Cambria Math" panose="02040503050406030204" pitchFamily="18" charset="0"/>
                            </a:rPr>
                            <m:t>h</m:t>
                          </m:r>
                        </m:e>
                        <m:sub>
                          <m:r>
                            <a:rPr lang="es-ES" sz="2400" i="1">
                              <a:latin typeface="Cambria Math" panose="02040503050406030204" pitchFamily="18" charset="0"/>
                              <a:ea typeface="Cambria Math" panose="02040503050406030204" pitchFamily="18" charset="0"/>
                            </a:rPr>
                            <m:t>𝚯</m:t>
                          </m:r>
                        </m:sub>
                      </m:sSub>
                      <m:r>
                        <m:rPr>
                          <m:nor/>
                        </m:rPr>
                        <a:rPr lang="es-ES_tradnl" sz="2400" dirty="0"/>
                        <m:t>(</m:t>
                      </m:r>
                      <m:r>
                        <m:rPr>
                          <m:nor/>
                        </m:rPr>
                        <a:rPr lang="es-ES_tradnl" sz="2400" b="1" dirty="0"/>
                        <m:t>x</m:t>
                      </m:r>
                      <m:r>
                        <m:rPr>
                          <m:nor/>
                        </m:rPr>
                        <a:rPr lang="es-ES_tradnl" sz="2400" dirty="0"/>
                        <m:t>)</m:t>
                      </m:r>
                      <m:r>
                        <a:rPr lang="es-ES" sz="2400" i="1">
                          <a:latin typeface="Cambria Math" panose="02040503050406030204" pitchFamily="18" charset="0"/>
                        </a:rPr>
                        <m:t>=</m:t>
                      </m:r>
                      <m:r>
                        <a:rPr lang="es-ES_tradnl" sz="2400" i="1" dirty="0">
                          <a:latin typeface="Cambria Math" panose="02040503050406030204" pitchFamily="18" charset="0"/>
                        </a:rPr>
                        <m:t>𝑔</m:t>
                      </m:r>
                      <m:r>
                        <m:rPr>
                          <m:nor/>
                        </m:rPr>
                        <a:rPr lang="es-ES_tradnl" sz="2400" dirty="0"/>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i="1">
                              <a:latin typeface="Cambria Math" panose="02040503050406030204" pitchFamily="18" charset="0"/>
                              <a:ea typeface="Cambria Math" panose="02040503050406030204" pitchFamily="18" charset="0"/>
                            </a:rPr>
                            <m:t>1</m:t>
                          </m:r>
                          <m:r>
                            <a:rPr lang="es-ES" sz="2400" i="1" dirty="0">
                              <a:latin typeface="Cambria Math" panose="02040503050406030204" pitchFamily="18" charset="0"/>
                            </a:rPr>
                            <m:t>0</m:t>
                          </m:r>
                        </m:sub>
                        <m:sup>
                          <m:r>
                            <a:rPr lang="es-ES" sz="2400" i="1" dirty="0">
                              <a:latin typeface="Cambria Math" panose="02040503050406030204" pitchFamily="18" charset="0"/>
                            </a:rPr>
                            <m:t>(</m:t>
                          </m:r>
                          <m:r>
                            <a:rPr lang="es-ES" sz="2400" b="0" i="1" dirty="0" smtClean="0">
                              <a:latin typeface="Cambria Math" panose="02040503050406030204" pitchFamily="18" charset="0"/>
                            </a:rPr>
                            <m:t>1</m:t>
                          </m:r>
                          <m:r>
                            <a:rPr lang="es-ES" sz="2400" i="1" dirty="0">
                              <a:latin typeface="Cambria Math" panose="02040503050406030204" pitchFamily="18" charset="0"/>
                            </a:rPr>
                            <m:t>)</m:t>
                          </m:r>
                        </m:sup>
                      </m:sSubSup>
                      <m:sSubSup>
                        <m:sSubSupPr>
                          <m:ctrlPr>
                            <a:rPr lang="es-ES_tradnl" sz="2400" i="1">
                              <a:latin typeface="Cambria Math" panose="02040503050406030204" pitchFamily="18" charset="0"/>
                            </a:rPr>
                          </m:ctrlPr>
                        </m:sSubSupPr>
                        <m:e>
                          <m:r>
                            <a:rPr lang="es-ES" sz="2400" b="0" i="1" smtClean="0">
                              <a:latin typeface="Cambria Math" panose="02040503050406030204" pitchFamily="18" charset="0"/>
                            </a:rPr>
                            <m:t>𝑥</m:t>
                          </m:r>
                        </m:e>
                        <m:sub>
                          <m:r>
                            <a:rPr lang="es-ES" sz="2400" i="1">
                              <a:latin typeface="Cambria Math" panose="02040503050406030204" pitchFamily="18" charset="0"/>
                            </a:rPr>
                            <m:t>0</m:t>
                          </m:r>
                        </m:sub>
                        <m:sup/>
                      </m:sSubSup>
                      <m:r>
                        <a:rPr lang="es-ES" sz="2400" i="1" dirty="0">
                          <a:latin typeface="Cambria Math" panose="02040503050406030204" pitchFamily="18" charset="0"/>
                        </a:rPr>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i="1">
                              <a:latin typeface="Cambria Math" panose="02040503050406030204" pitchFamily="18" charset="0"/>
                              <a:ea typeface="Cambria Math" panose="02040503050406030204" pitchFamily="18" charset="0"/>
                            </a:rPr>
                            <m:t>1</m:t>
                          </m:r>
                          <m:r>
                            <a:rPr lang="es-ES" sz="2400" b="0" i="1" smtClean="0">
                              <a:latin typeface="Cambria Math" panose="02040503050406030204" pitchFamily="18" charset="0"/>
                              <a:ea typeface="Cambria Math" panose="02040503050406030204" pitchFamily="18" charset="0"/>
                            </a:rPr>
                            <m:t>1</m:t>
                          </m:r>
                        </m:sub>
                        <m:sup>
                          <m:r>
                            <a:rPr lang="es-ES" sz="2400" i="1" dirty="0" smtClean="0">
                              <a:latin typeface="Cambria Math" panose="02040503050406030204" pitchFamily="18" charset="0"/>
                            </a:rPr>
                            <m:t>(</m:t>
                          </m:r>
                          <m:r>
                            <a:rPr lang="es-ES" sz="2400" b="0" i="1" dirty="0" smtClean="0">
                              <a:latin typeface="Cambria Math" panose="02040503050406030204" pitchFamily="18" charset="0"/>
                            </a:rPr>
                            <m:t>1</m:t>
                          </m:r>
                          <m:r>
                            <a:rPr lang="es-ES" sz="2400" i="1" dirty="0" smtClean="0">
                              <a:latin typeface="Cambria Math" panose="02040503050406030204" pitchFamily="18" charset="0"/>
                            </a:rPr>
                            <m:t>)</m:t>
                          </m:r>
                        </m:sup>
                      </m:sSubSup>
                      <m:sSubSup>
                        <m:sSubSupPr>
                          <m:ctrlPr>
                            <a:rPr lang="es-ES_tradnl" sz="2400" i="1">
                              <a:latin typeface="Cambria Math" panose="02040503050406030204" pitchFamily="18" charset="0"/>
                            </a:rPr>
                          </m:ctrlPr>
                        </m:sSubSupPr>
                        <m:e>
                          <m:r>
                            <a:rPr lang="es-ES" sz="2400" b="0" i="1" smtClean="0">
                              <a:latin typeface="Cambria Math" panose="02040503050406030204" pitchFamily="18" charset="0"/>
                            </a:rPr>
                            <m:t>𝑥</m:t>
                          </m:r>
                        </m:e>
                        <m:sub>
                          <m:r>
                            <a:rPr lang="es-ES" sz="2400" i="1">
                              <a:latin typeface="Cambria Math" panose="02040503050406030204" pitchFamily="18" charset="0"/>
                            </a:rPr>
                            <m:t>1</m:t>
                          </m:r>
                        </m:sub>
                        <m:sup/>
                      </m:sSubSup>
                      <m:r>
                        <a:rPr lang="es-ES" sz="2400" i="1" dirty="0">
                          <a:latin typeface="Cambria Math" panose="02040503050406030204" pitchFamily="18" charset="0"/>
                        </a:rPr>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i="1">
                              <a:latin typeface="Cambria Math" panose="02040503050406030204" pitchFamily="18" charset="0"/>
                              <a:ea typeface="Cambria Math" panose="02040503050406030204" pitchFamily="18" charset="0"/>
                            </a:rPr>
                            <m:t>1</m:t>
                          </m:r>
                          <m:r>
                            <a:rPr lang="es-ES" sz="2400" b="0" i="1" smtClean="0">
                              <a:latin typeface="Cambria Math" panose="02040503050406030204" pitchFamily="18" charset="0"/>
                              <a:ea typeface="Cambria Math" panose="02040503050406030204" pitchFamily="18" charset="0"/>
                            </a:rPr>
                            <m:t>2</m:t>
                          </m:r>
                        </m:sub>
                        <m:sup>
                          <m:r>
                            <a:rPr lang="es-ES" sz="2400" i="1" dirty="0" smtClean="0">
                              <a:latin typeface="Cambria Math" panose="02040503050406030204" pitchFamily="18" charset="0"/>
                            </a:rPr>
                            <m:t>(</m:t>
                          </m:r>
                          <m:r>
                            <a:rPr lang="es-ES" sz="2400" b="0" i="1" dirty="0" smtClean="0">
                              <a:latin typeface="Cambria Math" panose="02040503050406030204" pitchFamily="18" charset="0"/>
                            </a:rPr>
                            <m:t>1</m:t>
                          </m:r>
                          <m:r>
                            <a:rPr lang="es-ES" sz="2400" i="1" dirty="0" smtClean="0">
                              <a:latin typeface="Cambria Math" panose="02040503050406030204" pitchFamily="18" charset="0"/>
                            </a:rPr>
                            <m:t>)</m:t>
                          </m:r>
                        </m:sup>
                      </m:sSubSup>
                      <m:sSubSup>
                        <m:sSubSupPr>
                          <m:ctrlPr>
                            <a:rPr lang="es-ES_tradnl" sz="2400" i="1">
                              <a:latin typeface="Cambria Math" panose="02040503050406030204" pitchFamily="18" charset="0"/>
                            </a:rPr>
                          </m:ctrlPr>
                        </m:sSubSupPr>
                        <m:e>
                          <m:r>
                            <a:rPr lang="es-ES" sz="2400" b="0" i="1" smtClean="0">
                              <a:latin typeface="Cambria Math" panose="02040503050406030204" pitchFamily="18" charset="0"/>
                            </a:rPr>
                            <m:t>𝑥</m:t>
                          </m:r>
                        </m:e>
                        <m:sub>
                          <m:r>
                            <a:rPr lang="es-ES" sz="2400" i="1">
                              <a:latin typeface="Cambria Math" panose="02040503050406030204" pitchFamily="18" charset="0"/>
                            </a:rPr>
                            <m:t>2</m:t>
                          </m:r>
                        </m:sub>
                        <m:sup/>
                      </m:sSubSup>
                      <m:r>
                        <m:rPr>
                          <m:nor/>
                        </m:rPr>
                        <a:rPr lang="es-ES_tradnl" sz="2400" dirty="0"/>
                        <m:t>)</m:t>
                      </m:r>
                    </m:oMath>
                  </m:oMathPara>
                </a14:m>
                <a:endParaRPr lang="es-ES_tradnl" sz="2400" dirty="0"/>
              </a:p>
            </p:txBody>
          </p:sp>
        </mc:Choice>
        <mc:Fallback xmlns="">
          <p:sp>
            <p:nvSpPr>
              <p:cNvPr id="22" name="Rectángulo 21">
                <a:extLst>
                  <a:ext uri="{FF2B5EF4-FFF2-40B4-BE49-F238E27FC236}">
                    <a16:creationId xmlns:a16="http://schemas.microsoft.com/office/drawing/2014/main" id="{479B8A75-D459-B74A-87C2-3E3B38A914C1}"/>
                  </a:ext>
                </a:extLst>
              </p:cNvPr>
              <p:cNvSpPr>
                <a:spLocks noRot="1" noChangeAspect="1" noMove="1" noResize="1" noEditPoints="1" noAdjustHandles="1" noChangeArrowheads="1" noChangeShapeType="1" noTextEdit="1"/>
              </p:cNvSpPr>
              <p:nvPr/>
            </p:nvSpPr>
            <p:spPr>
              <a:xfrm>
                <a:off x="5682198" y="3759686"/>
                <a:ext cx="5198090" cy="556306"/>
              </a:xfrm>
              <a:prstGeom prst="rect">
                <a:avLst/>
              </a:prstGeom>
              <a:blipFill>
                <a:blip r:embed="rId6"/>
                <a:stretch>
                  <a:fillRect b="-9091"/>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3" name="Rectángulo 22">
                <a:extLst>
                  <a:ext uri="{FF2B5EF4-FFF2-40B4-BE49-F238E27FC236}">
                    <a16:creationId xmlns:a16="http://schemas.microsoft.com/office/drawing/2014/main" id="{E34C4C0E-17EB-224C-B2AF-4E637E344165}"/>
                  </a:ext>
                </a:extLst>
              </p:cNvPr>
              <p:cNvSpPr/>
              <p:nvPr/>
            </p:nvSpPr>
            <p:spPr>
              <a:xfrm>
                <a:off x="6717369" y="4617200"/>
                <a:ext cx="1092992" cy="478914"/>
              </a:xfrm>
              <a:prstGeom prst="rect">
                <a:avLst/>
              </a:prstGeom>
            </p:spPr>
            <p:txBody>
              <a:bodyPr wrap="none">
                <a:spAutoFit/>
              </a:bodyPr>
              <a:lstStyle/>
              <a:p>
                <a14:m>
                  <m:oMath xmlns:m="http://schemas.openxmlformats.org/officeDocument/2006/math">
                    <m:sSubSup>
                      <m:sSubSupPr>
                        <m:ctrlPr>
                          <a:rPr lang="es-ES_tradnl" sz="2000" i="1" dirty="0" smtClean="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a:latin typeface="Cambria Math" panose="02040503050406030204" pitchFamily="18" charset="0"/>
                            <a:ea typeface="Cambria Math" panose="02040503050406030204" pitchFamily="18" charset="0"/>
                          </a:rPr>
                          <m:t>1</m:t>
                        </m:r>
                        <m:r>
                          <a:rPr lang="es-ES" sz="2000" i="1" dirty="0">
                            <a:latin typeface="Cambria Math" panose="02040503050406030204" pitchFamily="18" charset="0"/>
                          </a:rPr>
                          <m:t>0</m:t>
                        </m:r>
                      </m:sub>
                      <m:sup>
                        <m:r>
                          <a:rPr lang="es-ES" sz="2000" i="1" dirty="0">
                            <a:latin typeface="Cambria Math" panose="02040503050406030204" pitchFamily="18" charset="0"/>
                          </a:rPr>
                          <m:t>(</m:t>
                        </m:r>
                        <m:r>
                          <a:rPr lang="es-ES" sz="2000" b="0" i="1" dirty="0" smtClean="0">
                            <a:latin typeface="Cambria Math" panose="02040503050406030204" pitchFamily="18" charset="0"/>
                          </a:rPr>
                          <m:t>1</m:t>
                        </m:r>
                        <m:r>
                          <a:rPr lang="es-ES" sz="2000" i="1" dirty="0">
                            <a:latin typeface="Cambria Math" panose="02040503050406030204" pitchFamily="18" charset="0"/>
                          </a:rPr>
                          <m:t>)</m:t>
                        </m:r>
                      </m:sup>
                    </m:sSubSup>
                  </m:oMath>
                </a14:m>
                <a:r>
                  <a:rPr lang="es-ES_tradnl" sz="2000" dirty="0"/>
                  <a:t>=-20</a:t>
                </a:r>
              </a:p>
            </p:txBody>
          </p:sp>
        </mc:Choice>
        <mc:Fallback xmlns="">
          <p:sp>
            <p:nvSpPr>
              <p:cNvPr id="23" name="Rectángulo 22">
                <a:extLst>
                  <a:ext uri="{FF2B5EF4-FFF2-40B4-BE49-F238E27FC236}">
                    <a16:creationId xmlns:a16="http://schemas.microsoft.com/office/drawing/2014/main" id="{E34C4C0E-17EB-224C-B2AF-4E637E344165}"/>
                  </a:ext>
                </a:extLst>
              </p:cNvPr>
              <p:cNvSpPr>
                <a:spLocks noRot="1" noChangeAspect="1" noMove="1" noResize="1" noEditPoints="1" noAdjustHandles="1" noChangeArrowheads="1" noChangeShapeType="1" noTextEdit="1"/>
              </p:cNvSpPr>
              <p:nvPr/>
            </p:nvSpPr>
            <p:spPr>
              <a:xfrm>
                <a:off x="6717369" y="4617200"/>
                <a:ext cx="1092992" cy="478914"/>
              </a:xfrm>
              <a:prstGeom prst="rect">
                <a:avLst/>
              </a:prstGeom>
              <a:blipFill>
                <a:blip r:embed="rId7"/>
                <a:stretch>
                  <a:fillRect r="-5747" b="-17949"/>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4" name="Rectángulo 23">
                <a:extLst>
                  <a:ext uri="{FF2B5EF4-FFF2-40B4-BE49-F238E27FC236}">
                    <a16:creationId xmlns:a16="http://schemas.microsoft.com/office/drawing/2014/main" id="{F0A271DF-342D-5F47-9E60-E23D5FD3A53E}"/>
                  </a:ext>
                </a:extLst>
              </p:cNvPr>
              <p:cNvSpPr/>
              <p:nvPr/>
            </p:nvSpPr>
            <p:spPr>
              <a:xfrm>
                <a:off x="7905802" y="4621408"/>
                <a:ext cx="1014445" cy="476669"/>
              </a:xfrm>
              <a:prstGeom prst="rect">
                <a:avLst/>
              </a:prstGeom>
            </p:spPr>
            <p:txBody>
              <a:bodyPr wrap="none">
                <a:spAutoFit/>
              </a:bodyPr>
              <a:lstStyle/>
              <a:p>
                <a14:m>
                  <m:oMath xmlns:m="http://schemas.openxmlformats.org/officeDocument/2006/math">
                    <m:sSubSup>
                      <m:sSubSupPr>
                        <m:ctrlPr>
                          <a:rPr lang="es-ES_tradnl" sz="2000" i="1" dirty="0" smtClean="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a:latin typeface="Cambria Math" panose="02040503050406030204" pitchFamily="18" charset="0"/>
                            <a:ea typeface="Cambria Math" panose="02040503050406030204" pitchFamily="18" charset="0"/>
                          </a:rPr>
                          <m:t>1</m:t>
                        </m:r>
                        <m:r>
                          <a:rPr lang="es-ES" sz="2000" b="0" i="1" smtClean="0">
                            <a:latin typeface="Cambria Math" panose="02040503050406030204" pitchFamily="18" charset="0"/>
                            <a:ea typeface="Cambria Math" panose="02040503050406030204" pitchFamily="18" charset="0"/>
                          </a:rPr>
                          <m:t>1</m:t>
                        </m:r>
                      </m:sub>
                      <m:sup>
                        <m:r>
                          <a:rPr lang="es-ES" sz="2000" i="1" dirty="0">
                            <a:latin typeface="Cambria Math" panose="02040503050406030204" pitchFamily="18" charset="0"/>
                          </a:rPr>
                          <m:t>(</m:t>
                        </m:r>
                        <m:r>
                          <a:rPr lang="es-ES" sz="2000" b="0" i="1" dirty="0" smtClean="0">
                            <a:latin typeface="Cambria Math" panose="02040503050406030204" pitchFamily="18" charset="0"/>
                          </a:rPr>
                          <m:t>1</m:t>
                        </m:r>
                        <m:r>
                          <a:rPr lang="es-ES" sz="2000" i="1" dirty="0">
                            <a:latin typeface="Cambria Math" panose="02040503050406030204" pitchFamily="18" charset="0"/>
                          </a:rPr>
                          <m:t>)</m:t>
                        </m:r>
                      </m:sup>
                    </m:sSubSup>
                  </m:oMath>
                </a14:m>
                <a:r>
                  <a:rPr lang="es-ES_tradnl" sz="2000" dirty="0"/>
                  <a:t>=15</a:t>
                </a:r>
              </a:p>
            </p:txBody>
          </p:sp>
        </mc:Choice>
        <mc:Fallback xmlns="">
          <p:sp>
            <p:nvSpPr>
              <p:cNvPr id="24" name="Rectángulo 23">
                <a:extLst>
                  <a:ext uri="{FF2B5EF4-FFF2-40B4-BE49-F238E27FC236}">
                    <a16:creationId xmlns:a16="http://schemas.microsoft.com/office/drawing/2014/main" id="{F0A271DF-342D-5F47-9E60-E23D5FD3A53E}"/>
                  </a:ext>
                </a:extLst>
              </p:cNvPr>
              <p:cNvSpPr>
                <a:spLocks noRot="1" noChangeAspect="1" noMove="1" noResize="1" noEditPoints="1" noAdjustHandles="1" noChangeArrowheads="1" noChangeShapeType="1" noTextEdit="1"/>
              </p:cNvSpPr>
              <p:nvPr/>
            </p:nvSpPr>
            <p:spPr>
              <a:xfrm>
                <a:off x="7905802" y="4621408"/>
                <a:ext cx="1014445" cy="476669"/>
              </a:xfrm>
              <a:prstGeom prst="rect">
                <a:avLst/>
              </a:prstGeom>
              <a:blipFill>
                <a:blip r:embed="rId8"/>
                <a:stretch>
                  <a:fillRect r="-4938" b="-17949"/>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5" name="Rectángulo 24">
                <a:extLst>
                  <a:ext uri="{FF2B5EF4-FFF2-40B4-BE49-F238E27FC236}">
                    <a16:creationId xmlns:a16="http://schemas.microsoft.com/office/drawing/2014/main" id="{840BC789-B82F-6F4B-8E0B-0DBE79C23B27}"/>
                  </a:ext>
                </a:extLst>
              </p:cNvPr>
              <p:cNvSpPr/>
              <p:nvPr/>
            </p:nvSpPr>
            <p:spPr>
              <a:xfrm>
                <a:off x="8963152" y="4621408"/>
                <a:ext cx="1014445" cy="476990"/>
              </a:xfrm>
              <a:prstGeom prst="rect">
                <a:avLst/>
              </a:prstGeom>
            </p:spPr>
            <p:txBody>
              <a:bodyPr wrap="none">
                <a:spAutoFit/>
              </a:bodyPr>
              <a:lstStyle/>
              <a:p>
                <a14:m>
                  <m:oMath xmlns:m="http://schemas.openxmlformats.org/officeDocument/2006/math">
                    <m:sSubSup>
                      <m:sSubSupPr>
                        <m:ctrlPr>
                          <a:rPr lang="es-ES_tradnl" sz="2000" i="1" dirty="0" smtClean="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a:latin typeface="Cambria Math" panose="02040503050406030204" pitchFamily="18" charset="0"/>
                            <a:ea typeface="Cambria Math" panose="02040503050406030204" pitchFamily="18" charset="0"/>
                          </a:rPr>
                          <m:t>1</m:t>
                        </m:r>
                        <m:r>
                          <a:rPr lang="es-ES" sz="2000" b="0" i="1" smtClean="0">
                            <a:latin typeface="Cambria Math" panose="02040503050406030204" pitchFamily="18" charset="0"/>
                            <a:ea typeface="Cambria Math" panose="02040503050406030204" pitchFamily="18" charset="0"/>
                          </a:rPr>
                          <m:t>2</m:t>
                        </m:r>
                      </m:sub>
                      <m:sup>
                        <m:r>
                          <a:rPr lang="es-ES" sz="2000" i="1" dirty="0">
                            <a:latin typeface="Cambria Math" panose="02040503050406030204" pitchFamily="18" charset="0"/>
                          </a:rPr>
                          <m:t>(</m:t>
                        </m:r>
                        <m:r>
                          <a:rPr lang="es-ES" sz="2000" b="0" i="1" dirty="0" smtClean="0">
                            <a:latin typeface="Cambria Math" panose="02040503050406030204" pitchFamily="18" charset="0"/>
                          </a:rPr>
                          <m:t>1</m:t>
                        </m:r>
                        <m:r>
                          <a:rPr lang="es-ES" sz="2000" i="1" dirty="0">
                            <a:latin typeface="Cambria Math" panose="02040503050406030204" pitchFamily="18" charset="0"/>
                          </a:rPr>
                          <m:t>)</m:t>
                        </m:r>
                      </m:sup>
                    </m:sSubSup>
                  </m:oMath>
                </a14:m>
                <a:r>
                  <a:rPr lang="es-ES_tradnl" sz="2000" dirty="0"/>
                  <a:t>=15</a:t>
                </a:r>
              </a:p>
            </p:txBody>
          </p:sp>
        </mc:Choice>
        <mc:Fallback xmlns="">
          <p:sp>
            <p:nvSpPr>
              <p:cNvPr id="25" name="Rectángulo 24">
                <a:extLst>
                  <a:ext uri="{FF2B5EF4-FFF2-40B4-BE49-F238E27FC236}">
                    <a16:creationId xmlns:a16="http://schemas.microsoft.com/office/drawing/2014/main" id="{840BC789-B82F-6F4B-8E0B-0DBE79C23B27}"/>
                  </a:ext>
                </a:extLst>
              </p:cNvPr>
              <p:cNvSpPr>
                <a:spLocks noRot="1" noChangeAspect="1" noMove="1" noResize="1" noEditPoints="1" noAdjustHandles="1" noChangeArrowheads="1" noChangeShapeType="1" noTextEdit="1"/>
              </p:cNvSpPr>
              <p:nvPr/>
            </p:nvSpPr>
            <p:spPr>
              <a:xfrm>
                <a:off x="8963152" y="4621408"/>
                <a:ext cx="1014445" cy="476990"/>
              </a:xfrm>
              <a:prstGeom prst="rect">
                <a:avLst/>
              </a:prstGeom>
              <a:blipFill>
                <a:blip r:embed="rId9"/>
                <a:stretch>
                  <a:fillRect r="-6173" b="-17949"/>
                </a:stretch>
              </a:blipFill>
            </p:spPr>
            <p:txBody>
              <a:bodyPr/>
              <a:lstStyle/>
              <a:p>
                <a:r>
                  <a:rPr lang="es-ES_tradnl">
                    <a:noFill/>
                  </a:rPr>
                  <a:t> </a:t>
                </a:r>
              </a:p>
            </p:txBody>
          </p:sp>
        </mc:Fallback>
      </mc:AlternateContent>
      <p:pic>
        <p:nvPicPr>
          <p:cNvPr id="4" name="Imagen 3">
            <a:extLst>
              <a:ext uri="{FF2B5EF4-FFF2-40B4-BE49-F238E27FC236}">
                <a16:creationId xmlns:a16="http://schemas.microsoft.com/office/drawing/2014/main" id="{63F586F5-14C3-4C48-A337-559EE10B336D}"/>
              </a:ext>
            </a:extLst>
          </p:cNvPr>
          <p:cNvPicPr>
            <a:picLocks noChangeAspect="1"/>
          </p:cNvPicPr>
          <p:nvPr/>
        </p:nvPicPr>
        <p:blipFill>
          <a:blip r:embed="rId10"/>
          <a:stretch>
            <a:fillRect/>
          </a:stretch>
        </p:blipFill>
        <p:spPr>
          <a:xfrm>
            <a:off x="2816545" y="3807728"/>
            <a:ext cx="2684339" cy="2013254"/>
          </a:xfrm>
          <a:prstGeom prst="rect">
            <a:avLst/>
          </a:prstGeom>
        </p:spPr>
      </p:pic>
    </p:spTree>
    <p:extLst>
      <p:ext uri="{BB962C8B-B14F-4D97-AF65-F5344CB8AC3E}">
        <p14:creationId xmlns:p14="http://schemas.microsoft.com/office/powerpoint/2010/main" val="3166102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E1C4EF-CF2E-B74A-9234-01DBFEA1D9BB}"/>
              </a:ext>
            </a:extLst>
          </p:cNvPr>
          <p:cNvSpPr>
            <a:spLocks noGrp="1"/>
          </p:cNvSpPr>
          <p:nvPr>
            <p:ph type="title"/>
          </p:nvPr>
        </p:nvSpPr>
        <p:spPr/>
        <p:txBody>
          <a:bodyPr/>
          <a:lstStyle/>
          <a:p>
            <a:r>
              <a:rPr lang="es-ES_tradnl" dirty="0"/>
              <a:t>2 Ejercicio : </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CB0FFEE-6B0F-6549-BA1D-52C967E70CE9}"/>
                  </a:ext>
                </a:extLst>
              </p:cNvPr>
              <p:cNvSpPr>
                <a:spLocks noGrp="1"/>
              </p:cNvSpPr>
              <p:nvPr>
                <p:ph idx="1"/>
              </p:nvPr>
            </p:nvSpPr>
            <p:spPr>
              <a:xfrm>
                <a:off x="5782919" y="1445683"/>
                <a:ext cx="5367060" cy="3966633"/>
              </a:xfrm>
            </p:spPr>
            <p:txBody>
              <a:bodyPr/>
              <a:lstStyle/>
              <a:p>
                <a:r>
                  <a:rPr lang="es-ES_tradnl" dirty="0"/>
                  <a:t>Resolver si </a:t>
                </a:r>
                <a14:m>
                  <m:oMath xmlns:m="http://schemas.openxmlformats.org/officeDocument/2006/math">
                    <m:sSub>
                      <m:sSubPr>
                        <m:ctrlPr>
                          <a:rPr lang="es-ES_tradnl"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1</m:t>
                        </m:r>
                      </m:sub>
                    </m:sSub>
                  </m:oMath>
                </a14:m>
                <a:r>
                  <a:rPr lang="es-ES_tradnl" dirty="0"/>
                  <a:t>, </a:t>
                </a:r>
                <a14:m>
                  <m:oMath xmlns:m="http://schemas.openxmlformats.org/officeDocument/2006/math">
                    <m:sSub>
                      <m:sSubPr>
                        <m:ctrlPr>
                          <a:rPr lang="es-ES_tradnl" i="1">
                            <a:latin typeface="Cambria Math" panose="02040503050406030204" pitchFamily="18" charset="0"/>
                          </a:rPr>
                        </m:ctrlPr>
                      </m:sSubPr>
                      <m:e>
                        <m:r>
                          <a:rPr lang="es-ES" i="1">
                            <a:latin typeface="Cambria Math" panose="02040503050406030204" pitchFamily="18" charset="0"/>
                          </a:rPr>
                          <m:t>𝑥</m:t>
                        </m:r>
                      </m:e>
                      <m:sub>
                        <m:r>
                          <a:rPr lang="es-ES" b="0" i="1" smtClean="0">
                            <a:latin typeface="Cambria Math" panose="02040503050406030204" pitchFamily="18" charset="0"/>
                          </a:rPr>
                          <m:t>2</m:t>
                        </m:r>
                      </m:sub>
                    </m:sSub>
                    <m:r>
                      <a:rPr lang="es-ES" i="1" smtClean="0">
                        <a:latin typeface="Cambria Math" panose="02040503050406030204" pitchFamily="18" charset="0"/>
                        <a:ea typeface="Cambria Math" panose="02040503050406030204" pitchFamily="18" charset="0"/>
                      </a:rPr>
                      <m:t>∈</m:t>
                    </m:r>
                    <m:d>
                      <m:dPr>
                        <m:begChr m:val="{"/>
                        <m:endChr m:val="}"/>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0,1</m:t>
                        </m:r>
                      </m:e>
                    </m:d>
                  </m:oMath>
                </a14:m>
                <a:endParaRPr lang="es-ES_tradnl" dirty="0"/>
              </a:p>
              <a:p>
                <a:r>
                  <a:rPr lang="es-ES_tradnl" dirty="0"/>
                  <a:t> y = </a:t>
                </a:r>
                <a14:m>
                  <m:oMath xmlns:m="http://schemas.openxmlformats.org/officeDocument/2006/math">
                    <m:sSub>
                      <m:sSubPr>
                        <m:ctrlPr>
                          <a:rPr lang="es-ES_tradnl" i="1">
                            <a:latin typeface="Cambria Math" panose="02040503050406030204" pitchFamily="18" charset="0"/>
                          </a:rPr>
                        </m:ctrlPr>
                      </m:sSubPr>
                      <m:e>
                        <m:r>
                          <a:rPr lang="es-ES" i="1">
                            <a:latin typeface="Cambria Math" panose="02040503050406030204" pitchFamily="18" charset="0"/>
                          </a:rPr>
                          <m:t>𝑥</m:t>
                        </m:r>
                      </m:e>
                      <m:sub>
                        <m:r>
                          <a:rPr lang="es-ES" b="0" i="1" smtClean="0">
                            <a:latin typeface="Cambria Math" panose="02040503050406030204" pitchFamily="18" charset="0"/>
                          </a:rPr>
                          <m:t>1</m:t>
                        </m:r>
                      </m:sub>
                    </m:sSub>
                  </m:oMath>
                </a14:m>
                <a:r>
                  <a:rPr lang="es-ES_tradnl" dirty="0"/>
                  <a:t> OR </a:t>
                </a:r>
                <a14:m>
                  <m:oMath xmlns:m="http://schemas.openxmlformats.org/officeDocument/2006/math">
                    <m:sSub>
                      <m:sSubPr>
                        <m:ctrlPr>
                          <a:rPr lang="es-ES_tradnl"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2</m:t>
                        </m:r>
                      </m:sub>
                    </m:sSub>
                  </m:oMath>
                </a14:m>
                <a:endParaRPr lang="es-ES_tradnl" dirty="0"/>
              </a:p>
            </p:txBody>
          </p:sp>
        </mc:Choice>
        <mc:Fallback xmlns="">
          <p:sp>
            <p:nvSpPr>
              <p:cNvPr id="3" name="Marcador de contenido 2">
                <a:extLst>
                  <a:ext uri="{FF2B5EF4-FFF2-40B4-BE49-F238E27FC236}">
                    <a16:creationId xmlns:a16="http://schemas.microsoft.com/office/drawing/2014/main" id="{CCB0FFEE-6B0F-6549-BA1D-52C967E70CE9}"/>
                  </a:ext>
                </a:extLst>
              </p:cNvPr>
              <p:cNvSpPr>
                <a:spLocks noGrp="1" noRot="1" noChangeAspect="1" noMove="1" noResize="1" noEditPoints="1" noAdjustHandles="1" noChangeArrowheads="1" noChangeShapeType="1" noTextEdit="1"/>
              </p:cNvSpPr>
              <p:nvPr>
                <p:ph idx="1"/>
              </p:nvPr>
            </p:nvSpPr>
            <p:spPr>
              <a:xfrm>
                <a:off x="5782919" y="1445683"/>
                <a:ext cx="5367060" cy="3966633"/>
              </a:xfrm>
              <a:blipFill>
                <a:blip r:embed="rId2"/>
                <a:stretch>
                  <a:fillRect l="-2955" t="-1997"/>
                </a:stretch>
              </a:blipFill>
            </p:spPr>
            <p:txBody>
              <a:bodyPr/>
              <a:lstStyle/>
              <a:p>
                <a:r>
                  <a:rPr lang="es-CO">
                    <a:noFill/>
                  </a:rPr>
                  <a:t> </a:t>
                </a:r>
              </a:p>
            </p:txBody>
          </p:sp>
        </mc:Fallback>
      </mc:AlternateContent>
      <p:sp>
        <p:nvSpPr>
          <p:cNvPr id="8" name="Anillo 7">
            <a:extLst>
              <a:ext uri="{FF2B5EF4-FFF2-40B4-BE49-F238E27FC236}">
                <a16:creationId xmlns:a16="http://schemas.microsoft.com/office/drawing/2014/main" id="{0915DF94-8DD0-DA42-9C0B-E369EBD17CDD}"/>
              </a:ext>
            </a:extLst>
          </p:cNvPr>
          <p:cNvSpPr/>
          <p:nvPr/>
        </p:nvSpPr>
        <p:spPr>
          <a:xfrm>
            <a:off x="835371" y="2213220"/>
            <a:ext cx="873940" cy="873940"/>
          </a:xfrm>
          <a:prstGeom prst="donut">
            <a:avLst>
              <a:gd name="adj" fmla="val 1203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p:sp>
        <p:nvSpPr>
          <p:cNvPr id="9" name="Anillo 8">
            <a:extLst>
              <a:ext uri="{FF2B5EF4-FFF2-40B4-BE49-F238E27FC236}">
                <a16:creationId xmlns:a16="http://schemas.microsoft.com/office/drawing/2014/main" id="{B863363C-8588-0248-A1B5-725FBEB49CA2}"/>
              </a:ext>
            </a:extLst>
          </p:cNvPr>
          <p:cNvSpPr/>
          <p:nvPr/>
        </p:nvSpPr>
        <p:spPr>
          <a:xfrm>
            <a:off x="862037" y="3747468"/>
            <a:ext cx="873940" cy="873940"/>
          </a:xfrm>
          <a:prstGeom prst="donut">
            <a:avLst>
              <a:gd name="adj" fmla="val 1203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65BBBCBA-E03F-F04A-927E-7953138A8A8E}"/>
                  </a:ext>
                </a:extLst>
              </p:cNvPr>
              <p:cNvSpPr txBox="1"/>
              <p:nvPr/>
            </p:nvSpPr>
            <p:spPr>
              <a:xfrm>
                <a:off x="1720351" y="2124034"/>
                <a:ext cx="2761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1</m:t>
                          </m:r>
                        </m:sub>
                      </m:sSub>
                    </m:oMath>
                  </m:oMathPara>
                </a14:m>
                <a:endParaRPr lang="es-ES_tradnl" dirty="0"/>
              </a:p>
            </p:txBody>
          </p:sp>
        </mc:Choice>
        <mc:Fallback xmlns="">
          <p:sp>
            <p:nvSpPr>
              <p:cNvPr id="10" name="CuadroTexto 9">
                <a:extLst>
                  <a:ext uri="{FF2B5EF4-FFF2-40B4-BE49-F238E27FC236}">
                    <a16:creationId xmlns:a16="http://schemas.microsoft.com/office/drawing/2014/main" id="{65BBBCBA-E03F-F04A-927E-7953138A8A8E}"/>
                  </a:ext>
                </a:extLst>
              </p:cNvPr>
              <p:cNvSpPr txBox="1">
                <a:spLocks noRot="1" noChangeAspect="1" noMove="1" noResize="1" noEditPoints="1" noAdjustHandles="1" noChangeArrowheads="1" noChangeShapeType="1" noTextEdit="1"/>
              </p:cNvSpPr>
              <p:nvPr/>
            </p:nvSpPr>
            <p:spPr>
              <a:xfrm>
                <a:off x="1720351" y="2124034"/>
                <a:ext cx="276101" cy="276999"/>
              </a:xfrm>
              <a:prstGeom prst="rect">
                <a:avLst/>
              </a:prstGeom>
              <a:blipFill>
                <a:blip r:embed="rId3"/>
                <a:stretch>
                  <a:fillRect l="-13043" r="-4348" b="-8696"/>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33BA6E59-F802-3F45-833B-CDD6CC5CBCB2}"/>
                  </a:ext>
                </a:extLst>
              </p:cNvPr>
              <p:cNvSpPr txBox="1"/>
              <p:nvPr/>
            </p:nvSpPr>
            <p:spPr>
              <a:xfrm>
                <a:off x="1858402" y="4041591"/>
                <a:ext cx="2814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2</m:t>
                          </m:r>
                        </m:sub>
                      </m:sSub>
                    </m:oMath>
                  </m:oMathPara>
                </a14:m>
                <a:endParaRPr lang="es-ES_tradnl" dirty="0"/>
              </a:p>
            </p:txBody>
          </p:sp>
        </mc:Choice>
        <mc:Fallback xmlns="">
          <p:sp>
            <p:nvSpPr>
              <p:cNvPr id="11" name="CuadroTexto 10">
                <a:extLst>
                  <a:ext uri="{FF2B5EF4-FFF2-40B4-BE49-F238E27FC236}">
                    <a16:creationId xmlns:a16="http://schemas.microsoft.com/office/drawing/2014/main" id="{33BA6E59-F802-3F45-833B-CDD6CC5CBCB2}"/>
                  </a:ext>
                </a:extLst>
              </p:cNvPr>
              <p:cNvSpPr txBox="1">
                <a:spLocks noRot="1" noChangeAspect="1" noMove="1" noResize="1" noEditPoints="1" noAdjustHandles="1" noChangeArrowheads="1" noChangeShapeType="1" noTextEdit="1"/>
              </p:cNvSpPr>
              <p:nvPr/>
            </p:nvSpPr>
            <p:spPr>
              <a:xfrm>
                <a:off x="1858402" y="4041591"/>
                <a:ext cx="281423" cy="276999"/>
              </a:xfrm>
              <a:prstGeom prst="rect">
                <a:avLst/>
              </a:prstGeom>
              <a:blipFill>
                <a:blip r:embed="rId4"/>
                <a:stretch>
                  <a:fillRect l="-13043" r="-4348" b="-18182"/>
                </a:stretch>
              </a:blipFill>
            </p:spPr>
            <p:txBody>
              <a:bodyPr/>
              <a:lstStyle/>
              <a:p>
                <a:r>
                  <a:rPr lang="es-ES_tradnl">
                    <a:noFill/>
                  </a:rPr>
                  <a:t> </a:t>
                </a:r>
              </a:p>
            </p:txBody>
          </p:sp>
        </mc:Fallback>
      </mc:AlternateContent>
      <p:sp>
        <p:nvSpPr>
          <p:cNvPr id="12" name="Anillo 11">
            <a:extLst>
              <a:ext uri="{FF2B5EF4-FFF2-40B4-BE49-F238E27FC236}">
                <a16:creationId xmlns:a16="http://schemas.microsoft.com/office/drawing/2014/main" id="{6E54E4EA-E089-F04A-9F45-B9868DA4C9FE}"/>
              </a:ext>
            </a:extLst>
          </p:cNvPr>
          <p:cNvSpPr/>
          <p:nvPr/>
        </p:nvSpPr>
        <p:spPr>
          <a:xfrm>
            <a:off x="3550355" y="2744322"/>
            <a:ext cx="873940" cy="873940"/>
          </a:xfrm>
          <a:prstGeom prst="donut">
            <a:avLst>
              <a:gd name="adj" fmla="val 12037"/>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s-ES_tradnl">
              <a:solidFill>
                <a:schemeClr val="tx1"/>
              </a:solidFill>
            </a:endParaRPr>
          </a:p>
        </p:txBody>
      </p:sp>
      <p:cxnSp>
        <p:nvCxnSpPr>
          <p:cNvPr id="13" name="Conector recto de flecha 12">
            <a:extLst>
              <a:ext uri="{FF2B5EF4-FFF2-40B4-BE49-F238E27FC236}">
                <a16:creationId xmlns:a16="http://schemas.microsoft.com/office/drawing/2014/main" id="{21A1C05D-ED18-F940-AC40-0BEC296E285B}"/>
              </a:ext>
            </a:extLst>
          </p:cNvPr>
          <p:cNvCxnSpPr>
            <a:cxnSpLocks/>
            <a:stCxn id="8" idx="6"/>
            <a:endCxn id="12" idx="2"/>
          </p:cNvCxnSpPr>
          <p:nvPr/>
        </p:nvCxnSpPr>
        <p:spPr>
          <a:xfrm>
            <a:off x="1709311" y="2650190"/>
            <a:ext cx="1841044" cy="531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ector recto de flecha 13">
            <a:extLst>
              <a:ext uri="{FF2B5EF4-FFF2-40B4-BE49-F238E27FC236}">
                <a16:creationId xmlns:a16="http://schemas.microsoft.com/office/drawing/2014/main" id="{FC0D47F9-35D7-1242-BB40-331A384A0FAE}"/>
              </a:ext>
            </a:extLst>
          </p:cNvPr>
          <p:cNvCxnSpPr>
            <a:cxnSpLocks/>
            <a:stCxn id="9" idx="6"/>
            <a:endCxn id="12" idx="2"/>
          </p:cNvCxnSpPr>
          <p:nvPr/>
        </p:nvCxnSpPr>
        <p:spPr>
          <a:xfrm flipV="1">
            <a:off x="1735977" y="3181292"/>
            <a:ext cx="1814378" cy="10031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FA2EFE4F-53EF-8E47-B8BC-0168CBC960C4}"/>
              </a:ext>
            </a:extLst>
          </p:cNvPr>
          <p:cNvCxnSpPr>
            <a:cxnSpLocks/>
            <a:stCxn id="12" idx="6"/>
          </p:cNvCxnSpPr>
          <p:nvPr/>
        </p:nvCxnSpPr>
        <p:spPr>
          <a:xfrm>
            <a:off x="4424295" y="3181292"/>
            <a:ext cx="5894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Rectángulo 16">
                <a:extLst>
                  <a:ext uri="{FF2B5EF4-FFF2-40B4-BE49-F238E27FC236}">
                    <a16:creationId xmlns:a16="http://schemas.microsoft.com/office/drawing/2014/main" id="{6EC0ABE7-12F6-0A4B-BA52-FEFB0106BC9B}"/>
                  </a:ext>
                </a:extLst>
              </p:cNvPr>
              <p:cNvSpPr/>
              <p:nvPr/>
            </p:nvSpPr>
            <p:spPr>
              <a:xfrm>
                <a:off x="4723334" y="2660733"/>
                <a:ext cx="619849"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h</m:t>
                          </m:r>
                        </m:e>
                        <m:sub>
                          <m:r>
                            <a:rPr lang="es-ES" i="1">
                              <a:latin typeface="Cambria Math" panose="02040503050406030204" pitchFamily="18" charset="0"/>
                              <a:ea typeface="Cambria Math" panose="02040503050406030204" pitchFamily="18" charset="0"/>
                            </a:rPr>
                            <m:t>𝚯</m:t>
                          </m:r>
                        </m:sub>
                      </m:sSub>
                      <m:r>
                        <m:rPr>
                          <m:nor/>
                        </m:rPr>
                        <a:rPr lang="es-ES_tradnl" dirty="0"/>
                        <m:t>(</m:t>
                      </m:r>
                      <m:r>
                        <m:rPr>
                          <m:nor/>
                        </m:rPr>
                        <a:rPr lang="es-ES_tradnl" b="1" dirty="0"/>
                        <m:t>x</m:t>
                      </m:r>
                      <m:r>
                        <m:rPr>
                          <m:nor/>
                        </m:rPr>
                        <a:rPr lang="es-ES_tradnl" dirty="0"/>
                        <m:t>)</m:t>
                      </m:r>
                    </m:oMath>
                  </m:oMathPara>
                </a14:m>
                <a:endParaRPr lang="es-ES_tradnl" dirty="0"/>
              </a:p>
            </p:txBody>
          </p:sp>
        </mc:Choice>
        <mc:Fallback xmlns="">
          <p:sp>
            <p:nvSpPr>
              <p:cNvPr id="17" name="Rectángulo 16">
                <a:extLst>
                  <a:ext uri="{FF2B5EF4-FFF2-40B4-BE49-F238E27FC236}">
                    <a16:creationId xmlns:a16="http://schemas.microsoft.com/office/drawing/2014/main" id="{6EC0ABE7-12F6-0A4B-BA52-FEFB0106BC9B}"/>
                  </a:ext>
                </a:extLst>
              </p:cNvPr>
              <p:cNvSpPr>
                <a:spLocks noRot="1" noChangeAspect="1" noMove="1" noResize="1" noEditPoints="1" noAdjustHandles="1" noChangeArrowheads="1" noChangeShapeType="1" noTextEdit="1"/>
              </p:cNvSpPr>
              <p:nvPr/>
            </p:nvSpPr>
            <p:spPr>
              <a:xfrm>
                <a:off x="4723334" y="2660733"/>
                <a:ext cx="619849" cy="369332"/>
              </a:xfrm>
              <a:prstGeom prst="rect">
                <a:avLst/>
              </a:prstGeom>
              <a:blipFill>
                <a:blip r:embed="rId5"/>
                <a:stretch>
                  <a:fillRect r="-12245" b="-666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2" name="Rectángulo 21">
                <a:extLst>
                  <a:ext uri="{FF2B5EF4-FFF2-40B4-BE49-F238E27FC236}">
                    <a16:creationId xmlns:a16="http://schemas.microsoft.com/office/drawing/2014/main" id="{479B8A75-D459-B74A-87C2-3E3B38A914C1}"/>
                  </a:ext>
                </a:extLst>
              </p:cNvPr>
              <p:cNvSpPr/>
              <p:nvPr/>
            </p:nvSpPr>
            <p:spPr>
              <a:xfrm>
                <a:off x="5682198" y="3759686"/>
                <a:ext cx="5198090" cy="5563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2400" i="1" smtClean="0">
                              <a:latin typeface="Cambria Math" panose="02040503050406030204" pitchFamily="18" charset="0"/>
                            </a:rPr>
                          </m:ctrlPr>
                        </m:sSubPr>
                        <m:e>
                          <m:r>
                            <a:rPr lang="es-ES" sz="2400" b="0" i="1" smtClean="0">
                              <a:latin typeface="Cambria Math" panose="02040503050406030204" pitchFamily="18" charset="0"/>
                            </a:rPr>
                            <m:t>h</m:t>
                          </m:r>
                        </m:e>
                        <m:sub>
                          <m:r>
                            <a:rPr lang="es-ES" sz="2400" i="1">
                              <a:latin typeface="Cambria Math" panose="02040503050406030204" pitchFamily="18" charset="0"/>
                              <a:ea typeface="Cambria Math" panose="02040503050406030204" pitchFamily="18" charset="0"/>
                            </a:rPr>
                            <m:t>𝚯</m:t>
                          </m:r>
                        </m:sub>
                      </m:sSub>
                      <m:r>
                        <m:rPr>
                          <m:nor/>
                        </m:rPr>
                        <a:rPr lang="es-ES_tradnl" sz="2400" dirty="0"/>
                        <m:t>(</m:t>
                      </m:r>
                      <m:r>
                        <m:rPr>
                          <m:nor/>
                        </m:rPr>
                        <a:rPr lang="es-ES_tradnl" sz="2400" b="1" dirty="0"/>
                        <m:t>x</m:t>
                      </m:r>
                      <m:r>
                        <m:rPr>
                          <m:nor/>
                        </m:rPr>
                        <a:rPr lang="es-ES_tradnl" sz="2400" dirty="0"/>
                        <m:t>)</m:t>
                      </m:r>
                      <m:r>
                        <a:rPr lang="es-ES" sz="2400" i="1">
                          <a:latin typeface="Cambria Math" panose="02040503050406030204" pitchFamily="18" charset="0"/>
                        </a:rPr>
                        <m:t>=</m:t>
                      </m:r>
                      <m:r>
                        <a:rPr lang="es-ES_tradnl" sz="2400" i="1" dirty="0">
                          <a:latin typeface="Cambria Math" panose="02040503050406030204" pitchFamily="18" charset="0"/>
                        </a:rPr>
                        <m:t>𝑔</m:t>
                      </m:r>
                      <m:r>
                        <m:rPr>
                          <m:nor/>
                        </m:rPr>
                        <a:rPr lang="es-ES_tradnl" sz="2400" dirty="0"/>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i="1">
                              <a:latin typeface="Cambria Math" panose="02040503050406030204" pitchFamily="18" charset="0"/>
                              <a:ea typeface="Cambria Math" panose="02040503050406030204" pitchFamily="18" charset="0"/>
                            </a:rPr>
                            <m:t>1</m:t>
                          </m:r>
                          <m:r>
                            <a:rPr lang="es-ES" sz="2400" i="1" dirty="0">
                              <a:latin typeface="Cambria Math" panose="02040503050406030204" pitchFamily="18" charset="0"/>
                            </a:rPr>
                            <m:t>0</m:t>
                          </m:r>
                        </m:sub>
                        <m:sup>
                          <m:r>
                            <a:rPr lang="es-ES" sz="2400" i="1" dirty="0">
                              <a:latin typeface="Cambria Math" panose="02040503050406030204" pitchFamily="18" charset="0"/>
                            </a:rPr>
                            <m:t>(</m:t>
                          </m:r>
                          <m:r>
                            <a:rPr lang="es-ES" sz="2400" b="0" i="1" dirty="0" smtClean="0">
                              <a:latin typeface="Cambria Math" panose="02040503050406030204" pitchFamily="18" charset="0"/>
                            </a:rPr>
                            <m:t>1</m:t>
                          </m:r>
                          <m:r>
                            <a:rPr lang="es-ES" sz="2400" i="1" dirty="0">
                              <a:latin typeface="Cambria Math" panose="02040503050406030204" pitchFamily="18" charset="0"/>
                            </a:rPr>
                            <m:t>)</m:t>
                          </m:r>
                        </m:sup>
                      </m:sSubSup>
                      <m:sSubSup>
                        <m:sSubSupPr>
                          <m:ctrlPr>
                            <a:rPr lang="es-ES_tradnl" sz="2400" i="1">
                              <a:latin typeface="Cambria Math" panose="02040503050406030204" pitchFamily="18" charset="0"/>
                            </a:rPr>
                          </m:ctrlPr>
                        </m:sSubSupPr>
                        <m:e>
                          <m:r>
                            <a:rPr lang="es-ES" sz="2400" b="0" i="1" smtClean="0">
                              <a:latin typeface="Cambria Math" panose="02040503050406030204" pitchFamily="18" charset="0"/>
                            </a:rPr>
                            <m:t>𝑥</m:t>
                          </m:r>
                        </m:e>
                        <m:sub>
                          <m:r>
                            <a:rPr lang="es-ES" sz="2400" i="1">
                              <a:latin typeface="Cambria Math" panose="02040503050406030204" pitchFamily="18" charset="0"/>
                            </a:rPr>
                            <m:t>0</m:t>
                          </m:r>
                        </m:sub>
                        <m:sup/>
                      </m:sSubSup>
                      <m:r>
                        <a:rPr lang="es-ES" sz="2400" i="1" dirty="0">
                          <a:latin typeface="Cambria Math" panose="02040503050406030204" pitchFamily="18" charset="0"/>
                        </a:rPr>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i="1">
                              <a:latin typeface="Cambria Math" panose="02040503050406030204" pitchFamily="18" charset="0"/>
                              <a:ea typeface="Cambria Math" panose="02040503050406030204" pitchFamily="18" charset="0"/>
                            </a:rPr>
                            <m:t>1</m:t>
                          </m:r>
                          <m:r>
                            <a:rPr lang="es-ES" sz="2400" b="0" i="1" smtClean="0">
                              <a:latin typeface="Cambria Math" panose="02040503050406030204" pitchFamily="18" charset="0"/>
                              <a:ea typeface="Cambria Math" panose="02040503050406030204" pitchFamily="18" charset="0"/>
                            </a:rPr>
                            <m:t>1</m:t>
                          </m:r>
                        </m:sub>
                        <m:sup>
                          <m:r>
                            <a:rPr lang="es-ES" sz="2400" i="1" dirty="0" smtClean="0">
                              <a:latin typeface="Cambria Math" panose="02040503050406030204" pitchFamily="18" charset="0"/>
                            </a:rPr>
                            <m:t>(</m:t>
                          </m:r>
                          <m:r>
                            <a:rPr lang="es-ES" sz="2400" b="0" i="1" dirty="0" smtClean="0">
                              <a:latin typeface="Cambria Math" panose="02040503050406030204" pitchFamily="18" charset="0"/>
                            </a:rPr>
                            <m:t>1</m:t>
                          </m:r>
                          <m:r>
                            <a:rPr lang="es-ES" sz="2400" i="1" dirty="0" smtClean="0">
                              <a:latin typeface="Cambria Math" panose="02040503050406030204" pitchFamily="18" charset="0"/>
                            </a:rPr>
                            <m:t>)</m:t>
                          </m:r>
                        </m:sup>
                      </m:sSubSup>
                      <m:sSubSup>
                        <m:sSubSupPr>
                          <m:ctrlPr>
                            <a:rPr lang="es-ES_tradnl" sz="2400" i="1">
                              <a:latin typeface="Cambria Math" panose="02040503050406030204" pitchFamily="18" charset="0"/>
                            </a:rPr>
                          </m:ctrlPr>
                        </m:sSubSupPr>
                        <m:e>
                          <m:r>
                            <a:rPr lang="es-ES" sz="2400" b="0" i="1" smtClean="0">
                              <a:latin typeface="Cambria Math" panose="02040503050406030204" pitchFamily="18" charset="0"/>
                            </a:rPr>
                            <m:t>𝑥</m:t>
                          </m:r>
                        </m:e>
                        <m:sub>
                          <m:r>
                            <a:rPr lang="es-ES" sz="2400" i="1">
                              <a:latin typeface="Cambria Math" panose="02040503050406030204" pitchFamily="18" charset="0"/>
                            </a:rPr>
                            <m:t>1</m:t>
                          </m:r>
                        </m:sub>
                        <m:sup/>
                      </m:sSubSup>
                      <m:r>
                        <a:rPr lang="es-ES" sz="2400" i="1" dirty="0">
                          <a:latin typeface="Cambria Math" panose="02040503050406030204" pitchFamily="18" charset="0"/>
                        </a:rPr>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i="1">
                              <a:latin typeface="Cambria Math" panose="02040503050406030204" pitchFamily="18" charset="0"/>
                              <a:ea typeface="Cambria Math" panose="02040503050406030204" pitchFamily="18" charset="0"/>
                            </a:rPr>
                            <m:t>1</m:t>
                          </m:r>
                          <m:r>
                            <a:rPr lang="es-ES" sz="2400" b="0" i="1" smtClean="0">
                              <a:latin typeface="Cambria Math" panose="02040503050406030204" pitchFamily="18" charset="0"/>
                              <a:ea typeface="Cambria Math" panose="02040503050406030204" pitchFamily="18" charset="0"/>
                            </a:rPr>
                            <m:t>2</m:t>
                          </m:r>
                        </m:sub>
                        <m:sup>
                          <m:r>
                            <a:rPr lang="es-ES" sz="2400" i="1" dirty="0" smtClean="0">
                              <a:latin typeface="Cambria Math" panose="02040503050406030204" pitchFamily="18" charset="0"/>
                            </a:rPr>
                            <m:t>(</m:t>
                          </m:r>
                          <m:r>
                            <a:rPr lang="es-ES" sz="2400" b="0" i="1" dirty="0" smtClean="0">
                              <a:latin typeface="Cambria Math" panose="02040503050406030204" pitchFamily="18" charset="0"/>
                            </a:rPr>
                            <m:t>1</m:t>
                          </m:r>
                          <m:r>
                            <a:rPr lang="es-ES" sz="2400" i="1" dirty="0" smtClean="0">
                              <a:latin typeface="Cambria Math" panose="02040503050406030204" pitchFamily="18" charset="0"/>
                            </a:rPr>
                            <m:t>)</m:t>
                          </m:r>
                        </m:sup>
                      </m:sSubSup>
                      <m:sSubSup>
                        <m:sSubSupPr>
                          <m:ctrlPr>
                            <a:rPr lang="es-ES_tradnl" sz="2400" i="1">
                              <a:latin typeface="Cambria Math" panose="02040503050406030204" pitchFamily="18" charset="0"/>
                            </a:rPr>
                          </m:ctrlPr>
                        </m:sSubSupPr>
                        <m:e>
                          <m:r>
                            <a:rPr lang="es-ES" sz="2400" b="0" i="1" smtClean="0">
                              <a:latin typeface="Cambria Math" panose="02040503050406030204" pitchFamily="18" charset="0"/>
                            </a:rPr>
                            <m:t>𝑥</m:t>
                          </m:r>
                        </m:e>
                        <m:sub>
                          <m:r>
                            <a:rPr lang="es-ES" sz="2400" i="1">
                              <a:latin typeface="Cambria Math" panose="02040503050406030204" pitchFamily="18" charset="0"/>
                            </a:rPr>
                            <m:t>2</m:t>
                          </m:r>
                        </m:sub>
                        <m:sup/>
                      </m:sSubSup>
                      <m:r>
                        <m:rPr>
                          <m:nor/>
                        </m:rPr>
                        <a:rPr lang="es-ES_tradnl" sz="2400" dirty="0"/>
                        <m:t>)</m:t>
                      </m:r>
                    </m:oMath>
                  </m:oMathPara>
                </a14:m>
                <a:endParaRPr lang="es-ES_tradnl" sz="2400" dirty="0"/>
              </a:p>
            </p:txBody>
          </p:sp>
        </mc:Choice>
        <mc:Fallback xmlns="">
          <p:sp>
            <p:nvSpPr>
              <p:cNvPr id="22" name="Rectángulo 21">
                <a:extLst>
                  <a:ext uri="{FF2B5EF4-FFF2-40B4-BE49-F238E27FC236}">
                    <a16:creationId xmlns:a16="http://schemas.microsoft.com/office/drawing/2014/main" id="{479B8A75-D459-B74A-87C2-3E3B38A914C1}"/>
                  </a:ext>
                </a:extLst>
              </p:cNvPr>
              <p:cNvSpPr>
                <a:spLocks noRot="1" noChangeAspect="1" noMove="1" noResize="1" noEditPoints="1" noAdjustHandles="1" noChangeArrowheads="1" noChangeShapeType="1" noTextEdit="1"/>
              </p:cNvSpPr>
              <p:nvPr/>
            </p:nvSpPr>
            <p:spPr>
              <a:xfrm>
                <a:off x="5682198" y="3759686"/>
                <a:ext cx="5198090" cy="556306"/>
              </a:xfrm>
              <a:prstGeom prst="rect">
                <a:avLst/>
              </a:prstGeom>
              <a:blipFill>
                <a:blip r:embed="rId6"/>
                <a:stretch>
                  <a:fillRect b="-9091"/>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3" name="Rectángulo 22">
                <a:extLst>
                  <a:ext uri="{FF2B5EF4-FFF2-40B4-BE49-F238E27FC236}">
                    <a16:creationId xmlns:a16="http://schemas.microsoft.com/office/drawing/2014/main" id="{E34C4C0E-17EB-224C-B2AF-4E637E344165}"/>
                  </a:ext>
                </a:extLst>
              </p:cNvPr>
              <p:cNvSpPr/>
              <p:nvPr/>
            </p:nvSpPr>
            <p:spPr>
              <a:xfrm>
                <a:off x="6717369" y="4617200"/>
                <a:ext cx="1092992" cy="478914"/>
              </a:xfrm>
              <a:prstGeom prst="rect">
                <a:avLst/>
              </a:prstGeom>
            </p:spPr>
            <p:txBody>
              <a:bodyPr wrap="none">
                <a:spAutoFit/>
              </a:bodyPr>
              <a:lstStyle/>
              <a:p>
                <a14:m>
                  <m:oMath xmlns:m="http://schemas.openxmlformats.org/officeDocument/2006/math">
                    <m:sSubSup>
                      <m:sSubSupPr>
                        <m:ctrlPr>
                          <a:rPr lang="es-ES_tradnl" sz="2000" i="1" dirty="0" smtClean="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a:latin typeface="Cambria Math" panose="02040503050406030204" pitchFamily="18" charset="0"/>
                            <a:ea typeface="Cambria Math" panose="02040503050406030204" pitchFamily="18" charset="0"/>
                          </a:rPr>
                          <m:t>1</m:t>
                        </m:r>
                        <m:r>
                          <a:rPr lang="es-ES" sz="2000" i="1" dirty="0">
                            <a:latin typeface="Cambria Math" panose="02040503050406030204" pitchFamily="18" charset="0"/>
                          </a:rPr>
                          <m:t>0</m:t>
                        </m:r>
                      </m:sub>
                      <m:sup>
                        <m:r>
                          <a:rPr lang="es-ES" sz="2000" i="1" dirty="0">
                            <a:latin typeface="Cambria Math" panose="02040503050406030204" pitchFamily="18" charset="0"/>
                          </a:rPr>
                          <m:t>(</m:t>
                        </m:r>
                        <m:r>
                          <a:rPr lang="es-ES" sz="2000" b="0" i="1" dirty="0" smtClean="0">
                            <a:latin typeface="Cambria Math" panose="02040503050406030204" pitchFamily="18" charset="0"/>
                          </a:rPr>
                          <m:t>1</m:t>
                        </m:r>
                        <m:r>
                          <a:rPr lang="es-ES" sz="2000" i="1" dirty="0">
                            <a:latin typeface="Cambria Math" panose="02040503050406030204" pitchFamily="18" charset="0"/>
                          </a:rPr>
                          <m:t>)</m:t>
                        </m:r>
                      </m:sup>
                    </m:sSubSup>
                  </m:oMath>
                </a14:m>
                <a:r>
                  <a:rPr lang="es-ES_tradnl" sz="2000" dirty="0"/>
                  <a:t>=-15</a:t>
                </a:r>
              </a:p>
            </p:txBody>
          </p:sp>
        </mc:Choice>
        <mc:Fallback xmlns="">
          <p:sp>
            <p:nvSpPr>
              <p:cNvPr id="23" name="Rectángulo 22">
                <a:extLst>
                  <a:ext uri="{FF2B5EF4-FFF2-40B4-BE49-F238E27FC236}">
                    <a16:creationId xmlns:a16="http://schemas.microsoft.com/office/drawing/2014/main" id="{E34C4C0E-17EB-224C-B2AF-4E637E344165}"/>
                  </a:ext>
                </a:extLst>
              </p:cNvPr>
              <p:cNvSpPr>
                <a:spLocks noRot="1" noChangeAspect="1" noMove="1" noResize="1" noEditPoints="1" noAdjustHandles="1" noChangeArrowheads="1" noChangeShapeType="1" noTextEdit="1"/>
              </p:cNvSpPr>
              <p:nvPr/>
            </p:nvSpPr>
            <p:spPr>
              <a:xfrm>
                <a:off x="6717369" y="4617200"/>
                <a:ext cx="1092992" cy="478914"/>
              </a:xfrm>
              <a:prstGeom prst="rect">
                <a:avLst/>
              </a:prstGeom>
              <a:blipFill>
                <a:blip r:embed="rId7"/>
                <a:stretch>
                  <a:fillRect r="-5747" b="-17949"/>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4" name="Rectángulo 23">
                <a:extLst>
                  <a:ext uri="{FF2B5EF4-FFF2-40B4-BE49-F238E27FC236}">
                    <a16:creationId xmlns:a16="http://schemas.microsoft.com/office/drawing/2014/main" id="{F0A271DF-342D-5F47-9E60-E23D5FD3A53E}"/>
                  </a:ext>
                </a:extLst>
              </p:cNvPr>
              <p:cNvSpPr/>
              <p:nvPr/>
            </p:nvSpPr>
            <p:spPr>
              <a:xfrm>
                <a:off x="7905802" y="4621408"/>
                <a:ext cx="1014445" cy="476669"/>
              </a:xfrm>
              <a:prstGeom prst="rect">
                <a:avLst/>
              </a:prstGeom>
            </p:spPr>
            <p:txBody>
              <a:bodyPr wrap="none">
                <a:spAutoFit/>
              </a:bodyPr>
              <a:lstStyle/>
              <a:p>
                <a14:m>
                  <m:oMath xmlns:m="http://schemas.openxmlformats.org/officeDocument/2006/math">
                    <m:sSubSup>
                      <m:sSubSupPr>
                        <m:ctrlPr>
                          <a:rPr lang="es-ES_tradnl" sz="2000" i="1" dirty="0" smtClean="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a:latin typeface="Cambria Math" panose="02040503050406030204" pitchFamily="18" charset="0"/>
                            <a:ea typeface="Cambria Math" panose="02040503050406030204" pitchFamily="18" charset="0"/>
                          </a:rPr>
                          <m:t>1</m:t>
                        </m:r>
                        <m:r>
                          <a:rPr lang="es-ES" sz="2000" b="0" i="1" smtClean="0">
                            <a:latin typeface="Cambria Math" panose="02040503050406030204" pitchFamily="18" charset="0"/>
                            <a:ea typeface="Cambria Math" panose="02040503050406030204" pitchFamily="18" charset="0"/>
                          </a:rPr>
                          <m:t>1</m:t>
                        </m:r>
                      </m:sub>
                      <m:sup>
                        <m:r>
                          <a:rPr lang="es-ES" sz="2000" i="1" dirty="0">
                            <a:latin typeface="Cambria Math" panose="02040503050406030204" pitchFamily="18" charset="0"/>
                          </a:rPr>
                          <m:t>(</m:t>
                        </m:r>
                        <m:r>
                          <a:rPr lang="es-ES" sz="2000" b="0" i="1" dirty="0" smtClean="0">
                            <a:latin typeface="Cambria Math" panose="02040503050406030204" pitchFamily="18" charset="0"/>
                          </a:rPr>
                          <m:t>1</m:t>
                        </m:r>
                        <m:r>
                          <a:rPr lang="es-ES" sz="2000" i="1" dirty="0">
                            <a:latin typeface="Cambria Math" panose="02040503050406030204" pitchFamily="18" charset="0"/>
                          </a:rPr>
                          <m:t>)</m:t>
                        </m:r>
                      </m:sup>
                    </m:sSubSup>
                  </m:oMath>
                </a14:m>
                <a:r>
                  <a:rPr lang="es-ES_tradnl" sz="2000" dirty="0"/>
                  <a:t>=30</a:t>
                </a:r>
              </a:p>
            </p:txBody>
          </p:sp>
        </mc:Choice>
        <mc:Fallback xmlns="">
          <p:sp>
            <p:nvSpPr>
              <p:cNvPr id="24" name="Rectángulo 23">
                <a:extLst>
                  <a:ext uri="{FF2B5EF4-FFF2-40B4-BE49-F238E27FC236}">
                    <a16:creationId xmlns:a16="http://schemas.microsoft.com/office/drawing/2014/main" id="{F0A271DF-342D-5F47-9E60-E23D5FD3A53E}"/>
                  </a:ext>
                </a:extLst>
              </p:cNvPr>
              <p:cNvSpPr>
                <a:spLocks noRot="1" noChangeAspect="1" noMove="1" noResize="1" noEditPoints="1" noAdjustHandles="1" noChangeArrowheads="1" noChangeShapeType="1" noTextEdit="1"/>
              </p:cNvSpPr>
              <p:nvPr/>
            </p:nvSpPr>
            <p:spPr>
              <a:xfrm>
                <a:off x="7905802" y="4621408"/>
                <a:ext cx="1014445" cy="476669"/>
              </a:xfrm>
              <a:prstGeom prst="rect">
                <a:avLst/>
              </a:prstGeom>
              <a:blipFill>
                <a:blip r:embed="rId8"/>
                <a:stretch>
                  <a:fillRect r="-4938" b="-17949"/>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5" name="Rectángulo 24">
                <a:extLst>
                  <a:ext uri="{FF2B5EF4-FFF2-40B4-BE49-F238E27FC236}">
                    <a16:creationId xmlns:a16="http://schemas.microsoft.com/office/drawing/2014/main" id="{840BC789-B82F-6F4B-8E0B-0DBE79C23B27}"/>
                  </a:ext>
                </a:extLst>
              </p:cNvPr>
              <p:cNvSpPr/>
              <p:nvPr/>
            </p:nvSpPr>
            <p:spPr>
              <a:xfrm>
                <a:off x="8963152" y="4621408"/>
                <a:ext cx="1014445" cy="476990"/>
              </a:xfrm>
              <a:prstGeom prst="rect">
                <a:avLst/>
              </a:prstGeom>
            </p:spPr>
            <p:txBody>
              <a:bodyPr wrap="none">
                <a:spAutoFit/>
              </a:bodyPr>
              <a:lstStyle/>
              <a:p>
                <a14:m>
                  <m:oMath xmlns:m="http://schemas.openxmlformats.org/officeDocument/2006/math">
                    <m:sSubSup>
                      <m:sSubSupPr>
                        <m:ctrlPr>
                          <a:rPr lang="es-ES_tradnl" sz="2000" i="1" dirty="0" smtClean="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a:latin typeface="Cambria Math" panose="02040503050406030204" pitchFamily="18" charset="0"/>
                            <a:ea typeface="Cambria Math" panose="02040503050406030204" pitchFamily="18" charset="0"/>
                          </a:rPr>
                          <m:t>1</m:t>
                        </m:r>
                        <m:r>
                          <a:rPr lang="es-ES" sz="2000" b="0" i="1" smtClean="0">
                            <a:latin typeface="Cambria Math" panose="02040503050406030204" pitchFamily="18" charset="0"/>
                            <a:ea typeface="Cambria Math" panose="02040503050406030204" pitchFamily="18" charset="0"/>
                          </a:rPr>
                          <m:t>2</m:t>
                        </m:r>
                      </m:sub>
                      <m:sup>
                        <m:r>
                          <a:rPr lang="es-ES" sz="2000" i="1" dirty="0">
                            <a:latin typeface="Cambria Math" panose="02040503050406030204" pitchFamily="18" charset="0"/>
                          </a:rPr>
                          <m:t>(</m:t>
                        </m:r>
                        <m:r>
                          <a:rPr lang="es-ES" sz="2000" b="0" i="1" dirty="0" smtClean="0">
                            <a:latin typeface="Cambria Math" panose="02040503050406030204" pitchFamily="18" charset="0"/>
                          </a:rPr>
                          <m:t>1</m:t>
                        </m:r>
                        <m:r>
                          <a:rPr lang="es-ES" sz="2000" i="1" dirty="0">
                            <a:latin typeface="Cambria Math" panose="02040503050406030204" pitchFamily="18" charset="0"/>
                          </a:rPr>
                          <m:t>)</m:t>
                        </m:r>
                      </m:sup>
                    </m:sSubSup>
                  </m:oMath>
                </a14:m>
                <a:r>
                  <a:rPr lang="es-ES_tradnl" sz="2000" dirty="0"/>
                  <a:t>=30</a:t>
                </a:r>
              </a:p>
            </p:txBody>
          </p:sp>
        </mc:Choice>
        <mc:Fallback xmlns="">
          <p:sp>
            <p:nvSpPr>
              <p:cNvPr id="25" name="Rectángulo 24">
                <a:extLst>
                  <a:ext uri="{FF2B5EF4-FFF2-40B4-BE49-F238E27FC236}">
                    <a16:creationId xmlns:a16="http://schemas.microsoft.com/office/drawing/2014/main" id="{840BC789-B82F-6F4B-8E0B-0DBE79C23B27}"/>
                  </a:ext>
                </a:extLst>
              </p:cNvPr>
              <p:cNvSpPr>
                <a:spLocks noRot="1" noChangeAspect="1" noMove="1" noResize="1" noEditPoints="1" noAdjustHandles="1" noChangeArrowheads="1" noChangeShapeType="1" noTextEdit="1"/>
              </p:cNvSpPr>
              <p:nvPr/>
            </p:nvSpPr>
            <p:spPr>
              <a:xfrm>
                <a:off x="8963152" y="4621408"/>
                <a:ext cx="1014445" cy="476990"/>
              </a:xfrm>
              <a:prstGeom prst="rect">
                <a:avLst/>
              </a:prstGeom>
              <a:blipFill>
                <a:blip r:embed="rId9"/>
                <a:stretch>
                  <a:fillRect r="-6173" b="-17949"/>
                </a:stretch>
              </a:blipFill>
            </p:spPr>
            <p:txBody>
              <a:bodyPr/>
              <a:lstStyle/>
              <a:p>
                <a:r>
                  <a:rPr lang="es-ES_tradnl">
                    <a:noFill/>
                  </a:rPr>
                  <a:t> </a:t>
                </a:r>
              </a:p>
            </p:txBody>
          </p:sp>
        </mc:Fallback>
      </mc:AlternateContent>
    </p:spTree>
    <p:extLst>
      <p:ext uri="{BB962C8B-B14F-4D97-AF65-F5344CB8AC3E}">
        <p14:creationId xmlns:p14="http://schemas.microsoft.com/office/powerpoint/2010/main" val="1238726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E1C4EF-CF2E-B74A-9234-01DBFEA1D9BB}"/>
              </a:ext>
            </a:extLst>
          </p:cNvPr>
          <p:cNvSpPr>
            <a:spLocks noGrp="1"/>
          </p:cNvSpPr>
          <p:nvPr>
            <p:ph type="title"/>
          </p:nvPr>
        </p:nvSpPr>
        <p:spPr/>
        <p:txBody>
          <a:bodyPr/>
          <a:lstStyle/>
          <a:p>
            <a:r>
              <a:rPr lang="es-ES_tradnl" dirty="0"/>
              <a:t>3 Ejercicio: </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CB0FFEE-6B0F-6549-BA1D-52C967E70CE9}"/>
                  </a:ext>
                </a:extLst>
              </p:cNvPr>
              <p:cNvSpPr>
                <a:spLocks noGrp="1"/>
              </p:cNvSpPr>
              <p:nvPr>
                <p:ph idx="1"/>
              </p:nvPr>
            </p:nvSpPr>
            <p:spPr>
              <a:xfrm>
                <a:off x="5782919" y="1445683"/>
                <a:ext cx="5367060" cy="3966633"/>
              </a:xfrm>
            </p:spPr>
            <p:txBody>
              <a:bodyPr/>
              <a:lstStyle/>
              <a:p>
                <a:r>
                  <a:rPr lang="es-ES_tradnl" dirty="0"/>
                  <a:t>Resolver si </a:t>
                </a:r>
                <a14:m>
                  <m:oMath xmlns:m="http://schemas.openxmlformats.org/officeDocument/2006/math">
                    <m:sSub>
                      <m:sSubPr>
                        <m:ctrlPr>
                          <a:rPr lang="es-ES_tradnl"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1</m:t>
                        </m:r>
                      </m:sub>
                    </m:sSub>
                    <m:r>
                      <a:rPr lang="es-ES" i="1" smtClean="0">
                        <a:latin typeface="Cambria Math" panose="02040503050406030204" pitchFamily="18" charset="0"/>
                        <a:ea typeface="Cambria Math" panose="02040503050406030204" pitchFamily="18" charset="0"/>
                      </a:rPr>
                      <m:t>∈</m:t>
                    </m:r>
                    <m:d>
                      <m:dPr>
                        <m:begChr m:val="{"/>
                        <m:endChr m:val="}"/>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0,1</m:t>
                        </m:r>
                      </m:e>
                    </m:d>
                  </m:oMath>
                </a14:m>
                <a:endParaRPr lang="es-ES_tradnl" dirty="0"/>
              </a:p>
              <a:p>
                <a:r>
                  <a:rPr lang="es-ES_tradnl" dirty="0"/>
                  <a:t> y =</a:t>
                </a:r>
                <a:r>
                  <a:rPr lang="es-ES_tradnl" dirty="0" err="1"/>
                  <a:t>NOT</a:t>
                </a:r>
                <a:r>
                  <a:rPr lang="es-ES_tradnl" dirty="0"/>
                  <a:t> </a:t>
                </a:r>
                <a14:m>
                  <m:oMath xmlns:m="http://schemas.openxmlformats.org/officeDocument/2006/math">
                    <m:sSub>
                      <m:sSubPr>
                        <m:ctrlPr>
                          <a:rPr lang="es-ES_tradnl" i="1">
                            <a:latin typeface="Cambria Math" panose="02040503050406030204" pitchFamily="18" charset="0"/>
                          </a:rPr>
                        </m:ctrlPr>
                      </m:sSubPr>
                      <m:e>
                        <m:r>
                          <a:rPr lang="es-ES" i="1">
                            <a:latin typeface="Cambria Math" panose="02040503050406030204" pitchFamily="18" charset="0"/>
                          </a:rPr>
                          <m:t>𝑥</m:t>
                        </m:r>
                      </m:e>
                      <m:sub>
                        <m:r>
                          <a:rPr lang="es-ES" b="0" i="1" smtClean="0">
                            <a:latin typeface="Cambria Math" panose="02040503050406030204" pitchFamily="18" charset="0"/>
                          </a:rPr>
                          <m:t>1</m:t>
                        </m:r>
                      </m:sub>
                    </m:sSub>
                  </m:oMath>
                </a14:m>
                <a:endParaRPr lang="es-ES_tradnl" dirty="0"/>
              </a:p>
            </p:txBody>
          </p:sp>
        </mc:Choice>
        <mc:Fallback xmlns="">
          <p:sp>
            <p:nvSpPr>
              <p:cNvPr id="3" name="Marcador de contenido 2">
                <a:extLst>
                  <a:ext uri="{FF2B5EF4-FFF2-40B4-BE49-F238E27FC236}">
                    <a16:creationId xmlns:a16="http://schemas.microsoft.com/office/drawing/2014/main" id="{CCB0FFEE-6B0F-6549-BA1D-52C967E70CE9}"/>
                  </a:ext>
                </a:extLst>
              </p:cNvPr>
              <p:cNvSpPr>
                <a:spLocks noGrp="1" noRot="1" noChangeAspect="1" noMove="1" noResize="1" noEditPoints="1" noAdjustHandles="1" noChangeArrowheads="1" noChangeShapeType="1" noTextEdit="1"/>
              </p:cNvSpPr>
              <p:nvPr>
                <p:ph idx="1"/>
              </p:nvPr>
            </p:nvSpPr>
            <p:spPr>
              <a:xfrm>
                <a:off x="5782919" y="1445683"/>
                <a:ext cx="5367060" cy="3966633"/>
              </a:xfrm>
              <a:blipFill>
                <a:blip r:embed="rId2"/>
                <a:stretch>
                  <a:fillRect l="-2837" t="-1911"/>
                </a:stretch>
              </a:blipFill>
            </p:spPr>
            <p:txBody>
              <a:bodyPr/>
              <a:lstStyle/>
              <a:p>
                <a:r>
                  <a:rPr lang="es-ES_tradnl">
                    <a:noFill/>
                  </a:rPr>
                  <a:t> </a:t>
                </a:r>
              </a:p>
            </p:txBody>
          </p:sp>
        </mc:Fallback>
      </mc:AlternateContent>
      <p:sp>
        <p:nvSpPr>
          <p:cNvPr id="8" name="Anillo 7">
            <a:extLst>
              <a:ext uri="{FF2B5EF4-FFF2-40B4-BE49-F238E27FC236}">
                <a16:creationId xmlns:a16="http://schemas.microsoft.com/office/drawing/2014/main" id="{0915DF94-8DD0-DA42-9C0B-E369EBD17CDD}"/>
              </a:ext>
            </a:extLst>
          </p:cNvPr>
          <p:cNvSpPr/>
          <p:nvPr/>
        </p:nvSpPr>
        <p:spPr>
          <a:xfrm>
            <a:off x="835371" y="2749919"/>
            <a:ext cx="873940" cy="873940"/>
          </a:xfrm>
          <a:prstGeom prst="donut">
            <a:avLst>
              <a:gd name="adj" fmla="val 1203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solidFill>
                <a:schemeClr val="tx1"/>
              </a:solidFill>
            </a:endParaRP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65BBBCBA-E03F-F04A-927E-7953138A8A8E}"/>
                  </a:ext>
                </a:extLst>
              </p:cNvPr>
              <p:cNvSpPr txBox="1"/>
              <p:nvPr/>
            </p:nvSpPr>
            <p:spPr>
              <a:xfrm>
                <a:off x="1720351" y="2660733"/>
                <a:ext cx="2761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1</m:t>
                          </m:r>
                        </m:sub>
                      </m:sSub>
                    </m:oMath>
                  </m:oMathPara>
                </a14:m>
                <a:endParaRPr lang="es-ES_tradnl" dirty="0"/>
              </a:p>
            </p:txBody>
          </p:sp>
        </mc:Choice>
        <mc:Fallback xmlns="">
          <p:sp>
            <p:nvSpPr>
              <p:cNvPr id="10" name="CuadroTexto 9">
                <a:extLst>
                  <a:ext uri="{FF2B5EF4-FFF2-40B4-BE49-F238E27FC236}">
                    <a16:creationId xmlns:a16="http://schemas.microsoft.com/office/drawing/2014/main" id="{65BBBCBA-E03F-F04A-927E-7953138A8A8E}"/>
                  </a:ext>
                </a:extLst>
              </p:cNvPr>
              <p:cNvSpPr txBox="1">
                <a:spLocks noRot="1" noChangeAspect="1" noMove="1" noResize="1" noEditPoints="1" noAdjustHandles="1" noChangeArrowheads="1" noChangeShapeType="1" noTextEdit="1"/>
              </p:cNvSpPr>
              <p:nvPr/>
            </p:nvSpPr>
            <p:spPr>
              <a:xfrm>
                <a:off x="1720351" y="2660733"/>
                <a:ext cx="276101" cy="276999"/>
              </a:xfrm>
              <a:prstGeom prst="rect">
                <a:avLst/>
              </a:prstGeom>
              <a:blipFill>
                <a:blip r:embed="rId3"/>
                <a:stretch>
                  <a:fillRect l="-13043" r="-4348" b="-13043"/>
                </a:stretch>
              </a:blipFill>
            </p:spPr>
            <p:txBody>
              <a:bodyPr/>
              <a:lstStyle/>
              <a:p>
                <a:r>
                  <a:rPr lang="es-ES_tradnl">
                    <a:noFill/>
                  </a:rPr>
                  <a:t> </a:t>
                </a:r>
              </a:p>
            </p:txBody>
          </p:sp>
        </mc:Fallback>
      </mc:AlternateContent>
      <p:sp>
        <p:nvSpPr>
          <p:cNvPr id="12" name="Anillo 11">
            <a:extLst>
              <a:ext uri="{FF2B5EF4-FFF2-40B4-BE49-F238E27FC236}">
                <a16:creationId xmlns:a16="http://schemas.microsoft.com/office/drawing/2014/main" id="{6E54E4EA-E089-F04A-9F45-B9868DA4C9FE}"/>
              </a:ext>
            </a:extLst>
          </p:cNvPr>
          <p:cNvSpPr/>
          <p:nvPr/>
        </p:nvSpPr>
        <p:spPr>
          <a:xfrm>
            <a:off x="3550355" y="2744322"/>
            <a:ext cx="873940" cy="873940"/>
          </a:xfrm>
          <a:prstGeom prst="donut">
            <a:avLst>
              <a:gd name="adj" fmla="val 12037"/>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s-ES_tradnl">
              <a:solidFill>
                <a:schemeClr val="tx1"/>
              </a:solidFill>
            </a:endParaRPr>
          </a:p>
        </p:txBody>
      </p:sp>
      <p:cxnSp>
        <p:nvCxnSpPr>
          <p:cNvPr id="13" name="Conector recto de flecha 12">
            <a:extLst>
              <a:ext uri="{FF2B5EF4-FFF2-40B4-BE49-F238E27FC236}">
                <a16:creationId xmlns:a16="http://schemas.microsoft.com/office/drawing/2014/main" id="{21A1C05D-ED18-F940-AC40-0BEC296E285B}"/>
              </a:ext>
            </a:extLst>
          </p:cNvPr>
          <p:cNvCxnSpPr>
            <a:cxnSpLocks/>
            <a:stCxn id="8" idx="6"/>
            <a:endCxn id="12" idx="2"/>
          </p:cNvCxnSpPr>
          <p:nvPr/>
        </p:nvCxnSpPr>
        <p:spPr>
          <a:xfrm flipV="1">
            <a:off x="1709311" y="3181292"/>
            <a:ext cx="1841044" cy="55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FA2EFE4F-53EF-8E47-B8BC-0168CBC960C4}"/>
              </a:ext>
            </a:extLst>
          </p:cNvPr>
          <p:cNvCxnSpPr>
            <a:cxnSpLocks/>
            <a:stCxn id="12" idx="6"/>
          </p:cNvCxnSpPr>
          <p:nvPr/>
        </p:nvCxnSpPr>
        <p:spPr>
          <a:xfrm>
            <a:off x="4424295" y="3181292"/>
            <a:ext cx="5894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Rectángulo 16">
                <a:extLst>
                  <a:ext uri="{FF2B5EF4-FFF2-40B4-BE49-F238E27FC236}">
                    <a16:creationId xmlns:a16="http://schemas.microsoft.com/office/drawing/2014/main" id="{6EC0ABE7-12F6-0A4B-BA52-FEFB0106BC9B}"/>
                  </a:ext>
                </a:extLst>
              </p:cNvPr>
              <p:cNvSpPr/>
              <p:nvPr/>
            </p:nvSpPr>
            <p:spPr>
              <a:xfrm>
                <a:off x="4723334" y="2660733"/>
                <a:ext cx="619849"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h</m:t>
                          </m:r>
                        </m:e>
                        <m:sub>
                          <m:r>
                            <a:rPr lang="es-ES" i="1">
                              <a:latin typeface="Cambria Math" panose="02040503050406030204" pitchFamily="18" charset="0"/>
                              <a:ea typeface="Cambria Math" panose="02040503050406030204" pitchFamily="18" charset="0"/>
                            </a:rPr>
                            <m:t>𝚯</m:t>
                          </m:r>
                        </m:sub>
                      </m:sSub>
                      <m:r>
                        <m:rPr>
                          <m:nor/>
                        </m:rPr>
                        <a:rPr lang="es-ES_tradnl" dirty="0"/>
                        <m:t>(</m:t>
                      </m:r>
                      <m:r>
                        <m:rPr>
                          <m:nor/>
                        </m:rPr>
                        <a:rPr lang="es-ES_tradnl" b="1" dirty="0"/>
                        <m:t>x</m:t>
                      </m:r>
                      <m:r>
                        <m:rPr>
                          <m:nor/>
                        </m:rPr>
                        <a:rPr lang="es-ES_tradnl" dirty="0"/>
                        <m:t>)</m:t>
                      </m:r>
                    </m:oMath>
                  </m:oMathPara>
                </a14:m>
                <a:endParaRPr lang="es-ES_tradnl" dirty="0"/>
              </a:p>
            </p:txBody>
          </p:sp>
        </mc:Choice>
        <mc:Fallback xmlns="">
          <p:sp>
            <p:nvSpPr>
              <p:cNvPr id="17" name="Rectángulo 16">
                <a:extLst>
                  <a:ext uri="{FF2B5EF4-FFF2-40B4-BE49-F238E27FC236}">
                    <a16:creationId xmlns:a16="http://schemas.microsoft.com/office/drawing/2014/main" id="{6EC0ABE7-12F6-0A4B-BA52-FEFB0106BC9B}"/>
                  </a:ext>
                </a:extLst>
              </p:cNvPr>
              <p:cNvSpPr>
                <a:spLocks noRot="1" noChangeAspect="1" noMove="1" noResize="1" noEditPoints="1" noAdjustHandles="1" noChangeArrowheads="1" noChangeShapeType="1" noTextEdit="1"/>
              </p:cNvSpPr>
              <p:nvPr/>
            </p:nvSpPr>
            <p:spPr>
              <a:xfrm>
                <a:off x="4723334" y="2660733"/>
                <a:ext cx="619849" cy="369332"/>
              </a:xfrm>
              <a:prstGeom prst="rect">
                <a:avLst/>
              </a:prstGeom>
              <a:blipFill>
                <a:blip r:embed="rId4"/>
                <a:stretch>
                  <a:fillRect r="-12245" b="-666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2" name="Rectángulo 21">
                <a:extLst>
                  <a:ext uri="{FF2B5EF4-FFF2-40B4-BE49-F238E27FC236}">
                    <a16:creationId xmlns:a16="http://schemas.microsoft.com/office/drawing/2014/main" id="{479B8A75-D459-B74A-87C2-3E3B38A914C1}"/>
                  </a:ext>
                </a:extLst>
              </p:cNvPr>
              <p:cNvSpPr/>
              <p:nvPr/>
            </p:nvSpPr>
            <p:spPr>
              <a:xfrm>
                <a:off x="5682198" y="3759686"/>
                <a:ext cx="3924087" cy="5563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2400" i="1" smtClean="0">
                              <a:latin typeface="Cambria Math" panose="02040503050406030204" pitchFamily="18" charset="0"/>
                            </a:rPr>
                          </m:ctrlPr>
                        </m:sSubPr>
                        <m:e>
                          <m:r>
                            <a:rPr lang="es-ES" sz="2400" b="0" i="1" smtClean="0">
                              <a:latin typeface="Cambria Math" panose="02040503050406030204" pitchFamily="18" charset="0"/>
                            </a:rPr>
                            <m:t>h</m:t>
                          </m:r>
                        </m:e>
                        <m:sub>
                          <m:r>
                            <a:rPr lang="es-ES" sz="2400" i="1">
                              <a:latin typeface="Cambria Math" panose="02040503050406030204" pitchFamily="18" charset="0"/>
                              <a:ea typeface="Cambria Math" panose="02040503050406030204" pitchFamily="18" charset="0"/>
                            </a:rPr>
                            <m:t>𝚯</m:t>
                          </m:r>
                        </m:sub>
                      </m:sSub>
                      <m:r>
                        <m:rPr>
                          <m:nor/>
                        </m:rPr>
                        <a:rPr lang="es-ES_tradnl" sz="2400" dirty="0"/>
                        <m:t>(</m:t>
                      </m:r>
                      <m:r>
                        <m:rPr>
                          <m:nor/>
                        </m:rPr>
                        <a:rPr lang="es-ES_tradnl" sz="2400" b="1" dirty="0"/>
                        <m:t>x</m:t>
                      </m:r>
                      <m:r>
                        <m:rPr>
                          <m:nor/>
                        </m:rPr>
                        <a:rPr lang="es-ES_tradnl" sz="2400" dirty="0"/>
                        <m:t>)</m:t>
                      </m:r>
                      <m:r>
                        <a:rPr lang="es-ES" sz="2400" i="1">
                          <a:latin typeface="Cambria Math" panose="02040503050406030204" pitchFamily="18" charset="0"/>
                        </a:rPr>
                        <m:t>=</m:t>
                      </m:r>
                      <m:r>
                        <a:rPr lang="es-ES_tradnl" sz="2400" i="1" dirty="0">
                          <a:latin typeface="Cambria Math" panose="02040503050406030204" pitchFamily="18" charset="0"/>
                        </a:rPr>
                        <m:t>𝑔</m:t>
                      </m:r>
                      <m:r>
                        <m:rPr>
                          <m:nor/>
                        </m:rPr>
                        <a:rPr lang="es-ES_tradnl" sz="2400" dirty="0"/>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i="1">
                              <a:latin typeface="Cambria Math" panose="02040503050406030204" pitchFamily="18" charset="0"/>
                              <a:ea typeface="Cambria Math" panose="02040503050406030204" pitchFamily="18" charset="0"/>
                            </a:rPr>
                            <m:t>1</m:t>
                          </m:r>
                          <m:r>
                            <a:rPr lang="es-ES" sz="2400" i="1" dirty="0">
                              <a:latin typeface="Cambria Math" panose="02040503050406030204" pitchFamily="18" charset="0"/>
                            </a:rPr>
                            <m:t>0</m:t>
                          </m:r>
                        </m:sub>
                        <m:sup>
                          <m:r>
                            <a:rPr lang="es-ES" sz="2400" i="1" dirty="0">
                              <a:latin typeface="Cambria Math" panose="02040503050406030204" pitchFamily="18" charset="0"/>
                            </a:rPr>
                            <m:t>(</m:t>
                          </m:r>
                          <m:r>
                            <a:rPr lang="es-ES" sz="2400" b="0" i="1" dirty="0" smtClean="0">
                              <a:latin typeface="Cambria Math" panose="02040503050406030204" pitchFamily="18" charset="0"/>
                            </a:rPr>
                            <m:t>1</m:t>
                          </m:r>
                          <m:r>
                            <a:rPr lang="es-ES" sz="2400" i="1" dirty="0">
                              <a:latin typeface="Cambria Math" panose="02040503050406030204" pitchFamily="18" charset="0"/>
                            </a:rPr>
                            <m:t>)</m:t>
                          </m:r>
                        </m:sup>
                      </m:sSubSup>
                      <m:sSubSup>
                        <m:sSubSupPr>
                          <m:ctrlPr>
                            <a:rPr lang="es-ES_tradnl" sz="2400" i="1">
                              <a:latin typeface="Cambria Math" panose="02040503050406030204" pitchFamily="18" charset="0"/>
                            </a:rPr>
                          </m:ctrlPr>
                        </m:sSubSupPr>
                        <m:e>
                          <m:r>
                            <a:rPr lang="es-ES" sz="2400" b="0" i="1" smtClean="0">
                              <a:latin typeface="Cambria Math" panose="02040503050406030204" pitchFamily="18" charset="0"/>
                            </a:rPr>
                            <m:t>𝑥</m:t>
                          </m:r>
                        </m:e>
                        <m:sub>
                          <m:r>
                            <a:rPr lang="es-ES" sz="2400" i="1">
                              <a:latin typeface="Cambria Math" panose="02040503050406030204" pitchFamily="18" charset="0"/>
                            </a:rPr>
                            <m:t>0</m:t>
                          </m:r>
                        </m:sub>
                        <m:sup/>
                      </m:sSubSup>
                      <m:r>
                        <a:rPr lang="es-ES" sz="2400" i="1" dirty="0">
                          <a:latin typeface="Cambria Math" panose="02040503050406030204" pitchFamily="18" charset="0"/>
                        </a:rPr>
                        <m:t>+</m:t>
                      </m:r>
                      <m:sSubSup>
                        <m:sSubSupPr>
                          <m:ctrlPr>
                            <a:rPr lang="es-ES_tradnl" sz="2400" i="1" dirty="0">
                              <a:latin typeface="Cambria Math" panose="02040503050406030204" pitchFamily="18" charset="0"/>
                            </a:rPr>
                          </m:ctrlPr>
                        </m:sSubSupPr>
                        <m:e>
                          <m:r>
                            <m:rPr>
                              <m:sty m:val="p"/>
                            </m:rPr>
                            <a:rPr lang="es-ES" sz="2400">
                              <a:latin typeface="Cambria Math" panose="02040503050406030204" pitchFamily="18" charset="0"/>
                              <a:ea typeface="Cambria Math" panose="02040503050406030204" pitchFamily="18" charset="0"/>
                            </a:rPr>
                            <m:t>Θ</m:t>
                          </m:r>
                        </m:e>
                        <m:sub>
                          <m:r>
                            <a:rPr lang="es-ES" sz="2400" i="1">
                              <a:latin typeface="Cambria Math" panose="02040503050406030204" pitchFamily="18" charset="0"/>
                              <a:ea typeface="Cambria Math" panose="02040503050406030204" pitchFamily="18" charset="0"/>
                            </a:rPr>
                            <m:t>1</m:t>
                          </m:r>
                          <m:r>
                            <a:rPr lang="es-ES" sz="2400" b="0" i="1" smtClean="0">
                              <a:latin typeface="Cambria Math" panose="02040503050406030204" pitchFamily="18" charset="0"/>
                              <a:ea typeface="Cambria Math" panose="02040503050406030204" pitchFamily="18" charset="0"/>
                            </a:rPr>
                            <m:t>1</m:t>
                          </m:r>
                        </m:sub>
                        <m:sup>
                          <m:r>
                            <a:rPr lang="es-ES" sz="2400" i="1" dirty="0" smtClean="0">
                              <a:latin typeface="Cambria Math" panose="02040503050406030204" pitchFamily="18" charset="0"/>
                            </a:rPr>
                            <m:t>(</m:t>
                          </m:r>
                          <m:r>
                            <a:rPr lang="es-ES" sz="2400" b="0" i="1" dirty="0" smtClean="0">
                              <a:latin typeface="Cambria Math" panose="02040503050406030204" pitchFamily="18" charset="0"/>
                            </a:rPr>
                            <m:t>1</m:t>
                          </m:r>
                          <m:r>
                            <a:rPr lang="es-ES" sz="2400" i="1" dirty="0" smtClean="0">
                              <a:latin typeface="Cambria Math" panose="02040503050406030204" pitchFamily="18" charset="0"/>
                            </a:rPr>
                            <m:t>)</m:t>
                          </m:r>
                        </m:sup>
                      </m:sSubSup>
                      <m:sSubSup>
                        <m:sSubSupPr>
                          <m:ctrlPr>
                            <a:rPr lang="es-ES_tradnl" sz="2400" i="1">
                              <a:latin typeface="Cambria Math" panose="02040503050406030204" pitchFamily="18" charset="0"/>
                            </a:rPr>
                          </m:ctrlPr>
                        </m:sSubSupPr>
                        <m:e>
                          <m:r>
                            <a:rPr lang="es-ES" sz="2400" b="0" i="1" smtClean="0">
                              <a:latin typeface="Cambria Math" panose="02040503050406030204" pitchFamily="18" charset="0"/>
                            </a:rPr>
                            <m:t>𝑥</m:t>
                          </m:r>
                        </m:e>
                        <m:sub>
                          <m:r>
                            <a:rPr lang="es-ES" sz="2400" i="1">
                              <a:latin typeface="Cambria Math" panose="02040503050406030204" pitchFamily="18" charset="0"/>
                            </a:rPr>
                            <m:t>1</m:t>
                          </m:r>
                        </m:sub>
                        <m:sup/>
                      </m:sSubSup>
                      <m:r>
                        <m:rPr>
                          <m:nor/>
                        </m:rPr>
                        <a:rPr lang="es-ES_tradnl" sz="2400" dirty="0"/>
                        <m:t>)</m:t>
                      </m:r>
                    </m:oMath>
                  </m:oMathPara>
                </a14:m>
                <a:endParaRPr lang="es-ES_tradnl" sz="2400" dirty="0"/>
              </a:p>
            </p:txBody>
          </p:sp>
        </mc:Choice>
        <mc:Fallback xmlns="">
          <p:sp>
            <p:nvSpPr>
              <p:cNvPr id="22" name="Rectángulo 21">
                <a:extLst>
                  <a:ext uri="{FF2B5EF4-FFF2-40B4-BE49-F238E27FC236}">
                    <a16:creationId xmlns:a16="http://schemas.microsoft.com/office/drawing/2014/main" id="{479B8A75-D459-B74A-87C2-3E3B38A914C1}"/>
                  </a:ext>
                </a:extLst>
              </p:cNvPr>
              <p:cNvSpPr>
                <a:spLocks noRot="1" noChangeAspect="1" noMove="1" noResize="1" noEditPoints="1" noAdjustHandles="1" noChangeArrowheads="1" noChangeShapeType="1" noTextEdit="1"/>
              </p:cNvSpPr>
              <p:nvPr/>
            </p:nvSpPr>
            <p:spPr>
              <a:xfrm>
                <a:off x="5682198" y="3759686"/>
                <a:ext cx="3924087" cy="556306"/>
              </a:xfrm>
              <a:prstGeom prst="rect">
                <a:avLst/>
              </a:prstGeom>
              <a:blipFill>
                <a:blip r:embed="rId5"/>
                <a:stretch>
                  <a:fillRect b="-9091"/>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3" name="Rectángulo 22">
                <a:extLst>
                  <a:ext uri="{FF2B5EF4-FFF2-40B4-BE49-F238E27FC236}">
                    <a16:creationId xmlns:a16="http://schemas.microsoft.com/office/drawing/2014/main" id="{E34C4C0E-17EB-224C-B2AF-4E637E344165}"/>
                  </a:ext>
                </a:extLst>
              </p:cNvPr>
              <p:cNvSpPr/>
              <p:nvPr/>
            </p:nvSpPr>
            <p:spPr>
              <a:xfrm>
                <a:off x="6717369" y="4617200"/>
                <a:ext cx="1092992" cy="478914"/>
              </a:xfrm>
              <a:prstGeom prst="rect">
                <a:avLst/>
              </a:prstGeom>
            </p:spPr>
            <p:txBody>
              <a:bodyPr wrap="none">
                <a:spAutoFit/>
              </a:bodyPr>
              <a:lstStyle/>
              <a:p>
                <a14:m>
                  <m:oMath xmlns:m="http://schemas.openxmlformats.org/officeDocument/2006/math">
                    <m:sSubSup>
                      <m:sSubSupPr>
                        <m:ctrlPr>
                          <a:rPr lang="es-ES_tradnl" sz="2000" i="1" dirty="0" smtClean="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a:latin typeface="Cambria Math" panose="02040503050406030204" pitchFamily="18" charset="0"/>
                            <a:ea typeface="Cambria Math" panose="02040503050406030204" pitchFamily="18" charset="0"/>
                          </a:rPr>
                          <m:t>1</m:t>
                        </m:r>
                        <m:r>
                          <a:rPr lang="es-ES" sz="2000" i="1" dirty="0">
                            <a:latin typeface="Cambria Math" panose="02040503050406030204" pitchFamily="18" charset="0"/>
                          </a:rPr>
                          <m:t>0</m:t>
                        </m:r>
                      </m:sub>
                      <m:sup>
                        <m:r>
                          <a:rPr lang="es-ES" sz="2000" i="1" dirty="0">
                            <a:latin typeface="Cambria Math" panose="02040503050406030204" pitchFamily="18" charset="0"/>
                          </a:rPr>
                          <m:t>(</m:t>
                        </m:r>
                        <m:r>
                          <a:rPr lang="es-ES" sz="2000" b="0" i="1" dirty="0" smtClean="0">
                            <a:latin typeface="Cambria Math" panose="02040503050406030204" pitchFamily="18" charset="0"/>
                          </a:rPr>
                          <m:t>1</m:t>
                        </m:r>
                        <m:r>
                          <a:rPr lang="es-ES" sz="2000" i="1" dirty="0">
                            <a:latin typeface="Cambria Math" panose="02040503050406030204" pitchFamily="18" charset="0"/>
                          </a:rPr>
                          <m:t>)</m:t>
                        </m:r>
                      </m:sup>
                    </m:sSubSup>
                  </m:oMath>
                </a14:m>
                <a:r>
                  <a:rPr lang="es-ES_tradnl" sz="2000" dirty="0"/>
                  <a:t>=-15</a:t>
                </a:r>
              </a:p>
            </p:txBody>
          </p:sp>
        </mc:Choice>
        <mc:Fallback xmlns="">
          <p:sp>
            <p:nvSpPr>
              <p:cNvPr id="23" name="Rectángulo 22">
                <a:extLst>
                  <a:ext uri="{FF2B5EF4-FFF2-40B4-BE49-F238E27FC236}">
                    <a16:creationId xmlns:a16="http://schemas.microsoft.com/office/drawing/2014/main" id="{E34C4C0E-17EB-224C-B2AF-4E637E344165}"/>
                  </a:ext>
                </a:extLst>
              </p:cNvPr>
              <p:cNvSpPr>
                <a:spLocks noRot="1" noChangeAspect="1" noMove="1" noResize="1" noEditPoints="1" noAdjustHandles="1" noChangeArrowheads="1" noChangeShapeType="1" noTextEdit="1"/>
              </p:cNvSpPr>
              <p:nvPr/>
            </p:nvSpPr>
            <p:spPr>
              <a:xfrm>
                <a:off x="6717369" y="4617200"/>
                <a:ext cx="1092992" cy="478914"/>
              </a:xfrm>
              <a:prstGeom prst="rect">
                <a:avLst/>
              </a:prstGeom>
              <a:blipFill>
                <a:blip r:embed="rId6"/>
                <a:stretch>
                  <a:fillRect r="-5747" b="-17949"/>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4" name="Rectángulo 23">
                <a:extLst>
                  <a:ext uri="{FF2B5EF4-FFF2-40B4-BE49-F238E27FC236}">
                    <a16:creationId xmlns:a16="http://schemas.microsoft.com/office/drawing/2014/main" id="{F0A271DF-342D-5F47-9E60-E23D5FD3A53E}"/>
                  </a:ext>
                </a:extLst>
              </p:cNvPr>
              <p:cNvSpPr/>
              <p:nvPr/>
            </p:nvSpPr>
            <p:spPr>
              <a:xfrm>
                <a:off x="7905802" y="4621408"/>
                <a:ext cx="1014445" cy="476669"/>
              </a:xfrm>
              <a:prstGeom prst="rect">
                <a:avLst/>
              </a:prstGeom>
            </p:spPr>
            <p:txBody>
              <a:bodyPr wrap="none">
                <a:spAutoFit/>
              </a:bodyPr>
              <a:lstStyle/>
              <a:p>
                <a14:m>
                  <m:oMath xmlns:m="http://schemas.openxmlformats.org/officeDocument/2006/math">
                    <m:sSubSup>
                      <m:sSubSupPr>
                        <m:ctrlPr>
                          <a:rPr lang="es-ES_tradnl" sz="2000" i="1" dirty="0" smtClean="0">
                            <a:latin typeface="Cambria Math" panose="02040503050406030204" pitchFamily="18" charset="0"/>
                          </a:rPr>
                        </m:ctrlPr>
                      </m:sSubSupPr>
                      <m:e>
                        <m:r>
                          <m:rPr>
                            <m:sty m:val="p"/>
                          </m:rPr>
                          <a:rPr lang="es-ES" sz="2000">
                            <a:latin typeface="Cambria Math" panose="02040503050406030204" pitchFamily="18" charset="0"/>
                            <a:ea typeface="Cambria Math" panose="02040503050406030204" pitchFamily="18" charset="0"/>
                          </a:rPr>
                          <m:t>Θ</m:t>
                        </m:r>
                      </m:e>
                      <m:sub>
                        <m:r>
                          <a:rPr lang="es-ES" sz="2000" i="1">
                            <a:latin typeface="Cambria Math" panose="02040503050406030204" pitchFamily="18" charset="0"/>
                            <a:ea typeface="Cambria Math" panose="02040503050406030204" pitchFamily="18" charset="0"/>
                          </a:rPr>
                          <m:t>1</m:t>
                        </m:r>
                        <m:r>
                          <a:rPr lang="es-ES" sz="2000" b="0" i="1" smtClean="0">
                            <a:latin typeface="Cambria Math" panose="02040503050406030204" pitchFamily="18" charset="0"/>
                            <a:ea typeface="Cambria Math" panose="02040503050406030204" pitchFamily="18" charset="0"/>
                          </a:rPr>
                          <m:t>1</m:t>
                        </m:r>
                      </m:sub>
                      <m:sup>
                        <m:r>
                          <a:rPr lang="es-ES" sz="2000" i="1" dirty="0">
                            <a:latin typeface="Cambria Math" panose="02040503050406030204" pitchFamily="18" charset="0"/>
                          </a:rPr>
                          <m:t>(</m:t>
                        </m:r>
                        <m:r>
                          <a:rPr lang="es-ES" sz="2000" b="0" i="1" dirty="0" smtClean="0">
                            <a:latin typeface="Cambria Math" panose="02040503050406030204" pitchFamily="18" charset="0"/>
                          </a:rPr>
                          <m:t>1</m:t>
                        </m:r>
                        <m:r>
                          <a:rPr lang="es-ES" sz="2000" i="1" dirty="0">
                            <a:latin typeface="Cambria Math" panose="02040503050406030204" pitchFamily="18" charset="0"/>
                          </a:rPr>
                          <m:t>)</m:t>
                        </m:r>
                      </m:sup>
                    </m:sSubSup>
                  </m:oMath>
                </a14:m>
                <a:r>
                  <a:rPr lang="es-ES_tradnl" sz="2000" dirty="0"/>
                  <a:t>=30</a:t>
                </a:r>
              </a:p>
            </p:txBody>
          </p:sp>
        </mc:Choice>
        <mc:Fallback xmlns="">
          <p:sp>
            <p:nvSpPr>
              <p:cNvPr id="24" name="Rectángulo 23">
                <a:extLst>
                  <a:ext uri="{FF2B5EF4-FFF2-40B4-BE49-F238E27FC236}">
                    <a16:creationId xmlns:a16="http://schemas.microsoft.com/office/drawing/2014/main" id="{F0A271DF-342D-5F47-9E60-E23D5FD3A53E}"/>
                  </a:ext>
                </a:extLst>
              </p:cNvPr>
              <p:cNvSpPr>
                <a:spLocks noRot="1" noChangeAspect="1" noMove="1" noResize="1" noEditPoints="1" noAdjustHandles="1" noChangeArrowheads="1" noChangeShapeType="1" noTextEdit="1"/>
              </p:cNvSpPr>
              <p:nvPr/>
            </p:nvSpPr>
            <p:spPr>
              <a:xfrm>
                <a:off x="7905802" y="4621408"/>
                <a:ext cx="1014445" cy="476669"/>
              </a:xfrm>
              <a:prstGeom prst="rect">
                <a:avLst/>
              </a:prstGeom>
              <a:blipFill>
                <a:blip r:embed="rId7"/>
                <a:stretch>
                  <a:fillRect r="-4938" b="-17949"/>
                </a:stretch>
              </a:blipFill>
            </p:spPr>
            <p:txBody>
              <a:bodyPr/>
              <a:lstStyle/>
              <a:p>
                <a:r>
                  <a:rPr lang="es-ES_tradnl">
                    <a:noFill/>
                  </a:rPr>
                  <a:t> </a:t>
                </a:r>
              </a:p>
            </p:txBody>
          </p:sp>
        </mc:Fallback>
      </mc:AlternateContent>
    </p:spTree>
    <p:extLst>
      <p:ext uri="{BB962C8B-B14F-4D97-AF65-F5344CB8AC3E}">
        <p14:creationId xmlns:p14="http://schemas.microsoft.com/office/powerpoint/2010/main" val="70258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889B23-2BEA-CB46-A193-07156CB2C9F9}"/>
              </a:ext>
            </a:extLst>
          </p:cNvPr>
          <p:cNvSpPr>
            <a:spLocks noGrp="1"/>
          </p:cNvSpPr>
          <p:nvPr>
            <p:ph type="title"/>
          </p:nvPr>
        </p:nvSpPr>
        <p:spPr/>
        <p:txBody>
          <a:bodyPr/>
          <a:lstStyle/>
          <a:p>
            <a:r>
              <a:rPr lang="es-ES_tradnl" dirty="0"/>
              <a:t>4 Ejercicio.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32ABEA3-6EFE-3643-BBAD-07841B132F26}"/>
                  </a:ext>
                </a:extLst>
              </p:cNvPr>
              <p:cNvSpPr>
                <a:spLocks noGrp="1"/>
              </p:cNvSpPr>
              <p:nvPr>
                <p:ph idx="1"/>
              </p:nvPr>
            </p:nvSpPr>
            <p:spPr/>
            <p:txBody>
              <a:bodyPr>
                <a:normAutofit lnSpcReduction="10000"/>
              </a:bodyPr>
              <a:lstStyle/>
              <a:p>
                <a:r>
                  <a:rPr lang="es-ES_tradnl" dirty="0"/>
                  <a:t>Se tienen 3 redes que implementan las compuertas AND, </a:t>
                </a:r>
                <a:r>
                  <a:rPr lang="es-ES_tradnl" dirty="0" err="1"/>
                  <a:t>OR</a:t>
                </a:r>
                <a:r>
                  <a:rPr lang="es-ES_tradnl" dirty="0"/>
                  <a:t> y </a:t>
                </a:r>
                <a:r>
                  <a:rPr lang="es-ES_tradnl" dirty="0" err="1"/>
                  <a:t>NOT</a:t>
                </a:r>
                <a:r>
                  <a:rPr lang="es-ES_tradnl" dirty="0"/>
                  <a:t>.</a:t>
                </a:r>
              </a:p>
              <a:p>
                <a:r>
                  <a:rPr lang="es-ES_tradnl" dirty="0"/>
                  <a:t>Como implementaría:</a:t>
                </a:r>
              </a:p>
              <a:p>
                <a:r>
                  <a:rPr lang="es-ES_tradnl" dirty="0"/>
                  <a:t>(</a:t>
                </a:r>
                <a:r>
                  <a:rPr lang="es-ES_tradnl" dirty="0" err="1"/>
                  <a:t>NOT</a:t>
                </a:r>
                <a:r>
                  <a:rPr lang="es-ES_tradnl" dirty="0"/>
                  <a:t> </a:t>
                </a:r>
                <a14:m>
                  <m:oMath xmlns:m="http://schemas.openxmlformats.org/officeDocument/2006/math">
                    <m:sSubSup>
                      <m:sSubSupPr>
                        <m:ctrlPr>
                          <a:rPr lang="es-ES_tradnl" i="1">
                            <a:latin typeface="Cambria Math" panose="02040503050406030204" pitchFamily="18" charset="0"/>
                          </a:rPr>
                        </m:ctrlPr>
                      </m:sSubSupPr>
                      <m:e>
                        <m:r>
                          <a:rPr lang="es-ES" i="1">
                            <a:latin typeface="Cambria Math" panose="02040503050406030204" pitchFamily="18" charset="0"/>
                          </a:rPr>
                          <m:t>𝑥</m:t>
                        </m:r>
                      </m:e>
                      <m:sub>
                        <m:r>
                          <a:rPr lang="es-ES" i="1">
                            <a:latin typeface="Cambria Math" panose="02040503050406030204" pitchFamily="18" charset="0"/>
                          </a:rPr>
                          <m:t>1</m:t>
                        </m:r>
                      </m:sub>
                      <m:sup/>
                    </m:sSubSup>
                  </m:oMath>
                </a14:m>
                <a:r>
                  <a:rPr lang="es-ES_tradnl" dirty="0"/>
                  <a:t>)AND(</a:t>
                </a:r>
                <a:r>
                  <a:rPr lang="es-ES_tradnl" dirty="0" err="1"/>
                  <a:t>NOT</a:t>
                </a:r>
                <a:r>
                  <a:rPr lang="es-ES_tradnl" dirty="0"/>
                  <a:t> </a:t>
                </a:r>
                <a14:m>
                  <m:oMath xmlns:m="http://schemas.openxmlformats.org/officeDocument/2006/math">
                    <m:sSubSup>
                      <m:sSubSupPr>
                        <m:ctrlPr>
                          <a:rPr lang="es-ES_tradnl" i="1">
                            <a:latin typeface="Cambria Math" panose="02040503050406030204" pitchFamily="18" charset="0"/>
                          </a:rPr>
                        </m:ctrlPr>
                      </m:sSubSupPr>
                      <m:e>
                        <m:r>
                          <a:rPr lang="es-ES" i="1">
                            <a:latin typeface="Cambria Math" panose="02040503050406030204" pitchFamily="18" charset="0"/>
                          </a:rPr>
                          <m:t>𝑥</m:t>
                        </m:r>
                      </m:e>
                      <m:sub>
                        <m:r>
                          <a:rPr lang="es-ES" b="0" i="1" smtClean="0">
                            <a:latin typeface="Cambria Math" panose="02040503050406030204" pitchFamily="18" charset="0"/>
                          </a:rPr>
                          <m:t>2</m:t>
                        </m:r>
                      </m:sub>
                      <m:sup/>
                    </m:sSubSup>
                  </m:oMath>
                </a14:m>
                <a:r>
                  <a:rPr lang="es-ES_tradnl" dirty="0"/>
                  <a:t>)</a:t>
                </a:r>
              </a:p>
              <a:p>
                <a:endParaRPr lang="es-ES_tradnl" dirty="0"/>
              </a:p>
              <a:p>
                <a:r>
                  <a:rPr lang="es-ES_tradnl" dirty="0"/>
                  <a:t>Cómo lo haría con una sola capa oculta?</a:t>
                </a:r>
              </a:p>
              <a:p>
                <a:r>
                  <a:rPr lang="es-ES_tradnl" dirty="0"/>
                  <a:t>Cómo lo haría sin capas ocultas?</a:t>
                </a:r>
              </a:p>
              <a:p>
                <a:endParaRPr lang="es-ES_tradnl" dirty="0"/>
              </a:p>
            </p:txBody>
          </p:sp>
        </mc:Choice>
        <mc:Fallback xmlns="">
          <p:sp>
            <p:nvSpPr>
              <p:cNvPr id="3" name="Marcador de contenido 2">
                <a:extLst>
                  <a:ext uri="{FF2B5EF4-FFF2-40B4-BE49-F238E27FC236}">
                    <a16:creationId xmlns:a16="http://schemas.microsoft.com/office/drawing/2014/main" id="{C32ABEA3-6EFE-3643-BBAD-07841B132F26}"/>
                  </a:ext>
                </a:extLst>
              </p:cNvPr>
              <p:cNvSpPr>
                <a:spLocks noGrp="1" noRot="1" noChangeAspect="1" noMove="1" noResize="1" noEditPoints="1" noAdjustHandles="1" noChangeArrowheads="1" noChangeShapeType="1" noTextEdit="1"/>
              </p:cNvSpPr>
              <p:nvPr>
                <p:ph idx="1"/>
              </p:nvPr>
            </p:nvSpPr>
            <p:spPr>
              <a:blipFill>
                <a:blip r:embed="rId2"/>
                <a:stretch>
                  <a:fillRect l="-1502" t="-3514"/>
                </a:stretch>
              </a:blipFill>
            </p:spPr>
            <p:txBody>
              <a:bodyPr/>
              <a:lstStyle/>
              <a:p>
                <a:r>
                  <a:rPr lang="es-ES_tradnl">
                    <a:noFill/>
                  </a:rPr>
                  <a:t> </a:t>
                </a:r>
              </a:p>
            </p:txBody>
          </p:sp>
        </mc:Fallback>
      </mc:AlternateContent>
    </p:spTree>
    <p:extLst>
      <p:ext uri="{BB962C8B-B14F-4D97-AF65-F5344CB8AC3E}">
        <p14:creationId xmlns:p14="http://schemas.microsoft.com/office/powerpoint/2010/main" val="120221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F9B226-7AD9-F847-8E85-41F17162AA3F}"/>
              </a:ext>
            </a:extLst>
          </p:cNvPr>
          <p:cNvSpPr>
            <a:spLocks noGrp="1"/>
          </p:cNvSpPr>
          <p:nvPr>
            <p:ph type="title"/>
          </p:nvPr>
        </p:nvSpPr>
        <p:spPr/>
        <p:txBody>
          <a:bodyPr/>
          <a:lstStyle/>
          <a:p>
            <a:r>
              <a:rPr lang="es-ES_tradnl" dirty="0"/>
              <a:t>5 ejercicio en clase.</a:t>
            </a:r>
          </a:p>
        </p:txBody>
      </p:sp>
      <p:sp>
        <p:nvSpPr>
          <p:cNvPr id="3" name="Marcador de contenido 2">
            <a:extLst>
              <a:ext uri="{FF2B5EF4-FFF2-40B4-BE49-F238E27FC236}">
                <a16:creationId xmlns:a16="http://schemas.microsoft.com/office/drawing/2014/main" id="{66BCFB17-E664-1C4C-9F7D-A26172A1A5B5}"/>
              </a:ext>
            </a:extLst>
          </p:cNvPr>
          <p:cNvSpPr>
            <a:spLocks noGrp="1"/>
          </p:cNvSpPr>
          <p:nvPr>
            <p:ph idx="1"/>
          </p:nvPr>
        </p:nvSpPr>
        <p:spPr/>
        <p:txBody>
          <a:bodyPr/>
          <a:lstStyle/>
          <a:p>
            <a:r>
              <a:rPr lang="es-ES_tradnl" dirty="0"/>
              <a:t>Cómo implementaría la </a:t>
            </a:r>
            <a:r>
              <a:rPr lang="es-ES_tradnl" dirty="0" err="1"/>
              <a:t>XOR</a:t>
            </a:r>
            <a:r>
              <a:rPr lang="es-ES_tradnl" dirty="0"/>
              <a:t>,</a:t>
            </a:r>
          </a:p>
          <a:p>
            <a:r>
              <a:rPr lang="es-ES_tradnl" dirty="0"/>
              <a:t>Ayuda: use una combinación de los anteriores.</a:t>
            </a:r>
          </a:p>
          <a:p>
            <a:endParaRPr lang="es-ES_tradnl" dirty="0"/>
          </a:p>
          <a:p>
            <a:r>
              <a:rPr lang="es-ES_tradnl" dirty="0"/>
              <a:t>¿puede hacerlo con una sola capa oculta?</a:t>
            </a:r>
          </a:p>
          <a:p>
            <a:r>
              <a:rPr lang="es-ES_tradnl" b="1" dirty="0">
                <a:solidFill>
                  <a:srgbClr val="FF0000"/>
                </a:solidFill>
              </a:rPr>
              <a:t>¿puede hacerlo sin una capa oculta? </a:t>
            </a:r>
            <a:r>
              <a:rPr lang="es-ES_tradnl" b="1" dirty="0" err="1">
                <a:solidFill>
                  <a:srgbClr val="FF0000"/>
                </a:solidFill>
              </a:rPr>
              <a:t>NOP</a:t>
            </a:r>
            <a:r>
              <a:rPr lang="es-ES_tradnl" b="1">
                <a:solidFill>
                  <a:srgbClr val="FF0000"/>
                </a:solidFill>
                <a:sym typeface="Wingdings" pitchFamily="2" charset="2"/>
              </a:rPr>
              <a:t></a:t>
            </a:r>
            <a:endParaRPr lang="es-ES_tradnl" b="1" dirty="0">
              <a:solidFill>
                <a:srgbClr val="FF0000"/>
              </a:solidFill>
            </a:endParaRPr>
          </a:p>
          <a:p>
            <a:endParaRPr lang="es-ES_tradnl" dirty="0"/>
          </a:p>
          <a:p>
            <a:endParaRPr lang="es-ES_tradnl" dirty="0"/>
          </a:p>
        </p:txBody>
      </p:sp>
    </p:spTree>
    <p:extLst>
      <p:ext uri="{BB962C8B-B14F-4D97-AF65-F5344CB8AC3E}">
        <p14:creationId xmlns:p14="http://schemas.microsoft.com/office/powerpoint/2010/main" val="1451659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A8E995-A35E-3843-AF45-FEFAB2B0B07D}"/>
              </a:ext>
            </a:extLst>
          </p:cNvPr>
          <p:cNvSpPr>
            <a:spLocks noGrp="1"/>
          </p:cNvSpPr>
          <p:nvPr>
            <p:ph type="title"/>
          </p:nvPr>
        </p:nvSpPr>
        <p:spPr/>
        <p:txBody>
          <a:bodyPr/>
          <a:lstStyle/>
          <a:p>
            <a:r>
              <a:rPr lang="es-ES_tradnl" dirty="0"/>
              <a:t>6 Ejercicio </a:t>
            </a:r>
          </a:p>
        </p:txBody>
      </p:sp>
      <p:sp>
        <p:nvSpPr>
          <p:cNvPr id="3" name="Marcador de contenido 2">
            <a:extLst>
              <a:ext uri="{FF2B5EF4-FFF2-40B4-BE49-F238E27FC236}">
                <a16:creationId xmlns:a16="http://schemas.microsoft.com/office/drawing/2014/main" id="{3CD53530-10FC-E047-A772-A6D7FFD0E91E}"/>
              </a:ext>
            </a:extLst>
          </p:cNvPr>
          <p:cNvSpPr>
            <a:spLocks noGrp="1"/>
          </p:cNvSpPr>
          <p:nvPr>
            <p:ph idx="1"/>
          </p:nvPr>
        </p:nvSpPr>
        <p:spPr/>
        <p:txBody>
          <a:bodyPr/>
          <a:lstStyle/>
          <a:p>
            <a:r>
              <a:rPr lang="es-ES_tradnl" dirty="0">
                <a:hlinkClick r:id="rId2"/>
              </a:rPr>
              <a:t>https://playground.tensorflow.org/</a:t>
            </a:r>
            <a:endParaRPr lang="es-ES_tradnl" dirty="0"/>
          </a:p>
          <a:p>
            <a:r>
              <a:rPr lang="es-ES_tradnl" dirty="0"/>
              <a:t>Ejercicios:</a:t>
            </a:r>
          </a:p>
          <a:p>
            <a:pPr marL="457200" indent="-457200">
              <a:buFont typeface="Arial" panose="020B0604020202020204" pitchFamily="34" charset="0"/>
              <a:buChar char="•"/>
            </a:pPr>
            <a:r>
              <a:rPr lang="es-ES_tradnl" dirty="0"/>
              <a:t>Crear una red con solo 1 capa de entrada y salida</a:t>
            </a:r>
          </a:p>
          <a:p>
            <a:pPr marL="457200" indent="-457200">
              <a:buFont typeface="Arial" panose="020B0604020202020204" pitchFamily="34" charset="0"/>
              <a:buChar char="•"/>
            </a:pPr>
            <a:r>
              <a:rPr lang="es-ES_tradnl" dirty="0"/>
              <a:t>Aumentar el numero de capas y el numero de neurona por capa de manera progresiva. </a:t>
            </a:r>
          </a:p>
          <a:p>
            <a:endParaRPr lang="es-ES_tradnl" dirty="0"/>
          </a:p>
        </p:txBody>
      </p:sp>
    </p:spTree>
    <p:extLst>
      <p:ext uri="{BB962C8B-B14F-4D97-AF65-F5344CB8AC3E}">
        <p14:creationId xmlns:p14="http://schemas.microsoft.com/office/powerpoint/2010/main" val="1825476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5A97F9-7D2A-634B-91AE-A12829DAFA57}"/>
              </a:ext>
            </a:extLst>
          </p:cNvPr>
          <p:cNvSpPr>
            <a:spLocks noGrp="1"/>
          </p:cNvSpPr>
          <p:nvPr>
            <p:ph type="title"/>
          </p:nvPr>
        </p:nvSpPr>
        <p:spPr>
          <a:xfrm>
            <a:off x="609600" y="636590"/>
            <a:ext cx="10128963" cy="760412"/>
          </a:xfrm>
        </p:spPr>
        <p:txBody>
          <a:bodyPr anchor="ctr">
            <a:normAutofit/>
          </a:bodyPr>
          <a:lstStyle/>
          <a:p>
            <a:r>
              <a:rPr lang="es-ES_tradnl" dirty="0"/>
              <a:t>7 ejercicio</a:t>
            </a:r>
          </a:p>
        </p:txBody>
      </p:sp>
      <p:sp>
        <p:nvSpPr>
          <p:cNvPr id="3" name="Marcador de contenido 2">
            <a:extLst>
              <a:ext uri="{FF2B5EF4-FFF2-40B4-BE49-F238E27FC236}">
                <a16:creationId xmlns:a16="http://schemas.microsoft.com/office/drawing/2014/main" id="{A695EAFD-7B4E-6540-A590-4F1F5AD64B20}"/>
              </a:ext>
            </a:extLst>
          </p:cNvPr>
          <p:cNvSpPr>
            <a:spLocks noGrp="1"/>
          </p:cNvSpPr>
          <p:nvPr>
            <p:ph sz="half" idx="1"/>
          </p:nvPr>
        </p:nvSpPr>
        <p:spPr>
          <a:xfrm>
            <a:off x="609600" y="1600202"/>
            <a:ext cx="5384800" cy="4051300"/>
          </a:xfrm>
        </p:spPr>
        <p:txBody>
          <a:bodyPr>
            <a:normAutofit/>
          </a:bodyPr>
          <a:lstStyle/>
          <a:p>
            <a:r>
              <a:rPr lang="es-ES_tradnl" dirty="0">
                <a:hlinkClick r:id="rId2"/>
              </a:rPr>
              <a:t>https://</a:t>
            </a:r>
            <a:r>
              <a:rPr lang="es-ES_tradnl" dirty="0" err="1">
                <a:hlinkClick r:id="rId2"/>
              </a:rPr>
              <a:t>colab.research.google.com</a:t>
            </a:r>
            <a:r>
              <a:rPr lang="es-ES_tradnl" dirty="0">
                <a:hlinkClick r:id="rId2"/>
              </a:rPr>
              <a:t>/drive/1ITw4WCpyIoP55ezwPfxNbS6dXulyzCo1?usp=</a:t>
            </a:r>
            <a:r>
              <a:rPr lang="es-ES_tradnl" dirty="0" err="1">
                <a:hlinkClick r:id="rId2"/>
              </a:rPr>
              <a:t>sharing</a:t>
            </a:r>
            <a:endParaRPr lang="es-ES_tradnl" dirty="0"/>
          </a:p>
          <a:p>
            <a:endParaRPr lang="es-ES_tradnl" dirty="0"/>
          </a:p>
          <a:p>
            <a:r>
              <a:rPr lang="es-ES_tradnl" dirty="0"/>
              <a:t> </a:t>
            </a:r>
          </a:p>
        </p:txBody>
      </p:sp>
      <p:pic>
        <p:nvPicPr>
          <p:cNvPr id="5" name="Imagen 4" descr="Código QR&#10;&#10;Descripción generada automáticamente">
            <a:extLst>
              <a:ext uri="{FF2B5EF4-FFF2-40B4-BE49-F238E27FC236}">
                <a16:creationId xmlns:a16="http://schemas.microsoft.com/office/drawing/2014/main" id="{B2029732-BCE4-ACCA-7572-94BF3F5AF50B}"/>
              </a:ext>
            </a:extLst>
          </p:cNvPr>
          <p:cNvPicPr>
            <a:picLocks noChangeAspect="1"/>
          </p:cNvPicPr>
          <p:nvPr/>
        </p:nvPicPr>
        <p:blipFill>
          <a:blip r:embed="rId3"/>
          <a:stretch>
            <a:fillRect/>
          </a:stretch>
        </p:blipFill>
        <p:spPr>
          <a:xfrm>
            <a:off x="6750049" y="342900"/>
            <a:ext cx="5118101" cy="5118101"/>
          </a:xfrm>
          <a:prstGeom prst="rect">
            <a:avLst/>
          </a:prstGeom>
          <a:noFill/>
        </p:spPr>
      </p:pic>
    </p:spTree>
    <p:extLst>
      <p:ext uri="{BB962C8B-B14F-4D97-AF65-F5344CB8AC3E}">
        <p14:creationId xmlns:p14="http://schemas.microsoft.com/office/powerpoint/2010/main" val="122398418"/>
      </p:ext>
    </p:extLst>
  </p:cSld>
  <p:clrMapOvr>
    <a:masterClrMapping/>
  </p:clrMapOvr>
</p:sld>
</file>

<file path=ppt/theme/theme1.xml><?xml version="1.0" encoding="utf-8"?>
<a:theme xmlns:a="http://schemas.openxmlformats.org/drawingml/2006/main" name="1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8845FED4F7122545881917D9C0B5F582" ma:contentTypeVersion="2" ma:contentTypeDescription="Crear nuevo documento." ma:contentTypeScope="" ma:versionID="5d2412dde75c63c85d837b5c89a2005c">
  <xsd:schema xmlns:xsd="http://www.w3.org/2001/XMLSchema" xmlns:xs="http://www.w3.org/2001/XMLSchema" xmlns:p="http://schemas.microsoft.com/office/2006/metadata/properties" xmlns:ns2="7538b98c-c69b-45c8-b915-8685ef173013" targetNamespace="http://schemas.microsoft.com/office/2006/metadata/properties" ma:root="true" ma:fieldsID="6c9b68f9327f0c5ff8074a636b0b6720" ns2:_="">
    <xsd:import namespace="7538b98c-c69b-45c8-b915-8685ef173013"/>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38b98c-c69b-45c8-b915-8685ef1730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E17EAF-813D-4E2C-AAE7-605DE832D50B}">
  <ds:schemaRefs>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 ds:uri="http://purl.org/dc/terms/"/>
    <ds:schemaRef ds:uri="http://purl.org/dc/elements/1.1/"/>
    <ds:schemaRef ds:uri="http://schemas.microsoft.com/office/infopath/2007/PartnerControls"/>
    <ds:schemaRef ds:uri="7538b98c-c69b-45c8-b915-8685ef173013"/>
    <ds:schemaRef ds:uri="http://purl.org/dc/dcmitype/"/>
  </ds:schemaRefs>
</ds:datastoreItem>
</file>

<file path=customXml/itemProps2.xml><?xml version="1.0" encoding="utf-8"?>
<ds:datastoreItem xmlns:ds="http://schemas.openxmlformats.org/officeDocument/2006/customXml" ds:itemID="{6B075117-B9F7-4C40-B033-4CDDEE002D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38b98c-c69b-45c8-b915-8685ef1730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A265B09-7176-48CA-A01D-61A8D28E39F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1094</TotalTime>
  <Words>886</Words>
  <Application>Microsoft Macintosh PowerPoint</Application>
  <PresentationFormat>Panorámica</PresentationFormat>
  <Paragraphs>153</Paragraphs>
  <Slides>18</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18</vt:i4>
      </vt:variant>
    </vt:vector>
  </HeadingPairs>
  <TitlesOfParts>
    <vt:vector size="24" baseType="lpstr">
      <vt:lpstr>Arial</vt:lpstr>
      <vt:lpstr>Calibri</vt:lpstr>
      <vt:lpstr>Cambria Math</vt:lpstr>
      <vt:lpstr>Times New Roman</vt:lpstr>
      <vt:lpstr>Wingdings</vt:lpstr>
      <vt:lpstr>1_Tema de Office</vt:lpstr>
      <vt:lpstr>Taller introductorio a las redes neuronales artificiales</vt:lpstr>
      <vt:lpstr>Objetivos</vt:lpstr>
      <vt:lpstr>Ejemplo de problema</vt:lpstr>
      <vt:lpstr>Ejemplo de problema</vt:lpstr>
      <vt:lpstr>Redes neuronales artificiales</vt:lpstr>
      <vt:lpstr>Neurona </vt:lpstr>
      <vt:lpstr>Neurona Artificial</vt:lpstr>
      <vt:lpstr>Red neuronal artificial</vt:lpstr>
      <vt:lpstr>Red neuronal artificial</vt:lpstr>
      <vt:lpstr>Red neuronal</vt:lpstr>
      <vt:lpstr>Propagación hacia adelante: Vectorización.</vt:lpstr>
      <vt:lpstr>1 Ejercicio : </vt:lpstr>
      <vt:lpstr>2 Ejercicio : </vt:lpstr>
      <vt:lpstr>3 Ejercicio: </vt:lpstr>
      <vt:lpstr>4 Ejercicio.</vt:lpstr>
      <vt:lpstr>5 ejercicio en clase.</vt:lpstr>
      <vt:lpstr>6 Ejercicio </vt:lpstr>
      <vt:lpstr>7 ejercicio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 Neuronales Artificiales</dc:title>
  <dc:creator>Francisco Carlos Calderon Bocanegra</dc:creator>
  <cp:lastModifiedBy>Francisco Carlos Calderon Bocanegra</cp:lastModifiedBy>
  <cp:revision>41</cp:revision>
  <dcterms:created xsi:type="dcterms:W3CDTF">2020-10-18T22:19:02Z</dcterms:created>
  <dcterms:modified xsi:type="dcterms:W3CDTF">2026-07-02T00:21:55Z</dcterms:modified>
</cp:coreProperties>
</file>